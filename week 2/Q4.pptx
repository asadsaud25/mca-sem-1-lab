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9A07A-F2A6-42F8-BA6D-7DD3C87687AE}" v="23" dt="2026-08-18T02:47:26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een Fareen" userId="7f7c2b3183438ef3" providerId="LiveId" clId="{55021F75-0697-4B6B-8FAE-8EAD21B20F9E}"/>
    <pc:docChg chg="modSld modMainMaster modShowInfo">
      <pc:chgData name="Fareen Fareen" userId="7f7c2b3183438ef3" providerId="LiveId" clId="{55021F75-0697-4B6B-8FAE-8EAD21B20F9E}" dt="2026-08-18T02:47:26.531" v="118"/>
      <pc:docMkLst>
        <pc:docMk/>
      </pc:docMkLst>
      <pc:sldChg chg="delSp modSp mod modTransition">
        <pc:chgData name="Fareen Fareen" userId="7f7c2b3183438ef3" providerId="LiveId" clId="{55021F75-0697-4B6B-8FAE-8EAD21B20F9E}" dt="2026-08-18T02:47:26.531" v="118"/>
        <pc:sldMkLst>
          <pc:docMk/>
          <pc:sldMk cId="0" sldId="256"/>
        </pc:sldMkLst>
        <pc:spChg chg="mod">
          <ac:chgData name="Fareen Fareen" userId="7f7c2b3183438ef3" providerId="LiveId" clId="{55021F75-0697-4B6B-8FAE-8EAD21B20F9E}" dt="2026-08-18T02:40:10.489" v="93" actId="1076"/>
          <ac:spMkLst>
            <pc:docMk/>
            <pc:sldMk cId="0" sldId="256"/>
            <ac:spMk id="3" creationId="{BCFE43B9-20AE-6AA6-B335-E9E014277266}"/>
          </ac:spMkLst>
        </pc:spChg>
        <pc:spChg chg="del mod">
          <ac:chgData name="Fareen Fareen" userId="7f7c2b3183438ef3" providerId="LiveId" clId="{55021F75-0697-4B6B-8FAE-8EAD21B20F9E}" dt="2026-08-18T02:14:11.872" v="84"/>
          <ac:spMkLst>
            <pc:docMk/>
            <pc:sldMk cId="0" sldId="256"/>
            <ac:spMk id="6" creationId="{00000000-0000-0000-0000-000000000000}"/>
          </ac:spMkLst>
        </pc:spChg>
        <pc:spChg chg="mod">
          <ac:chgData name="Fareen Fareen" userId="7f7c2b3183438ef3" providerId="LiveId" clId="{55021F75-0697-4B6B-8FAE-8EAD21B20F9E}" dt="2026-08-18T02:47:26.531" v="118"/>
          <ac:spMkLst>
            <pc:docMk/>
            <pc:sldMk cId="0" sldId="256"/>
            <ac:spMk id="9" creationId="{00000000-0000-0000-0000-000000000000}"/>
          </ac:spMkLst>
        </pc:spChg>
        <pc:spChg chg="mod">
          <ac:chgData name="Fareen Fareen" userId="7f7c2b3183438ef3" providerId="LiveId" clId="{55021F75-0697-4B6B-8FAE-8EAD21B20F9E}" dt="2026-08-18T02:40:20.212" v="94" actId="1076"/>
          <ac:spMkLst>
            <pc:docMk/>
            <pc:sldMk cId="0" sldId="256"/>
            <ac:spMk id="11" creationId="{7C855840-D80D-E878-7F50-091FCE27149B}"/>
          </ac:spMkLst>
        </pc:spChg>
      </pc:sldChg>
      <pc:sldChg chg="modSp mod modTransition">
        <pc:chgData name="Fareen Fareen" userId="7f7c2b3183438ef3" providerId="LiveId" clId="{55021F75-0697-4B6B-8FAE-8EAD21B20F9E}" dt="2026-08-18T02:43:04.461" v="117"/>
        <pc:sldMkLst>
          <pc:docMk/>
          <pc:sldMk cId="0" sldId="257"/>
        </pc:sldMkLst>
        <pc:spChg chg="mod">
          <ac:chgData name="Fareen Fareen" userId="7f7c2b3183438ef3" providerId="LiveId" clId="{55021F75-0697-4B6B-8FAE-8EAD21B20F9E}" dt="2026-08-18T02:40:36.453" v="95" actId="1076"/>
          <ac:spMkLst>
            <pc:docMk/>
            <pc:sldMk cId="0" sldId="257"/>
            <ac:spMk id="3" creationId="{4F10529B-483C-C7E0-D6DA-DC51A94574F5}"/>
          </ac:spMkLst>
        </pc:spChg>
        <pc:spChg chg="mod">
          <ac:chgData name="Fareen Fareen" userId="7f7c2b3183438ef3" providerId="LiveId" clId="{55021F75-0697-4B6B-8FAE-8EAD21B20F9E}" dt="2026-08-18T02:40:41.523" v="96" actId="1076"/>
          <ac:spMkLst>
            <pc:docMk/>
            <pc:sldMk cId="0" sldId="257"/>
            <ac:spMk id="9" creationId="{CD8CB458-C3AE-98E0-9C01-093CBA666516}"/>
          </ac:spMkLst>
        </pc:spChg>
      </pc:sldChg>
      <pc:sldChg chg="modSp mod modTransition">
        <pc:chgData name="Fareen Fareen" userId="7f7c2b3183438ef3" providerId="LiveId" clId="{55021F75-0697-4B6B-8FAE-8EAD21B20F9E}" dt="2026-08-18T02:43:04.461" v="117"/>
        <pc:sldMkLst>
          <pc:docMk/>
          <pc:sldMk cId="0" sldId="258"/>
        </pc:sldMkLst>
        <pc:spChg chg="mod">
          <ac:chgData name="Fareen Fareen" userId="7f7c2b3183438ef3" providerId="LiveId" clId="{55021F75-0697-4B6B-8FAE-8EAD21B20F9E}" dt="2026-08-18T02:40:51.315" v="97" actId="1076"/>
          <ac:spMkLst>
            <pc:docMk/>
            <pc:sldMk cId="0" sldId="258"/>
            <ac:spMk id="3" creationId="{9C1F5948-48D0-954D-5D67-8A076E8B38D3}"/>
          </ac:spMkLst>
        </pc:spChg>
        <pc:spChg chg="mod">
          <ac:chgData name="Fareen Fareen" userId="7f7c2b3183438ef3" providerId="LiveId" clId="{55021F75-0697-4B6B-8FAE-8EAD21B20F9E}" dt="2026-08-18T02:40:56.137" v="98" actId="1076"/>
          <ac:spMkLst>
            <pc:docMk/>
            <pc:sldMk cId="0" sldId="258"/>
            <ac:spMk id="9" creationId="{8F4B93D0-4B1F-28F4-84ED-FB0A19A25AE6}"/>
          </ac:spMkLst>
        </pc:spChg>
      </pc:sldChg>
      <pc:sldChg chg="modSp mod modTransition">
        <pc:chgData name="Fareen Fareen" userId="7f7c2b3183438ef3" providerId="LiveId" clId="{55021F75-0697-4B6B-8FAE-8EAD21B20F9E}" dt="2026-08-18T02:43:04.461" v="117"/>
        <pc:sldMkLst>
          <pc:docMk/>
          <pc:sldMk cId="0" sldId="259"/>
        </pc:sldMkLst>
        <pc:spChg chg="mod">
          <ac:chgData name="Fareen Fareen" userId="7f7c2b3183438ef3" providerId="LiveId" clId="{55021F75-0697-4B6B-8FAE-8EAD21B20F9E}" dt="2026-08-18T02:41:02.194" v="99" actId="1076"/>
          <ac:spMkLst>
            <pc:docMk/>
            <pc:sldMk cId="0" sldId="259"/>
            <ac:spMk id="3" creationId="{841D2B75-435D-C343-D8C8-D9D3C213E92C}"/>
          </ac:spMkLst>
        </pc:spChg>
        <pc:spChg chg="mod">
          <ac:chgData name="Fareen Fareen" userId="7f7c2b3183438ef3" providerId="LiveId" clId="{55021F75-0697-4B6B-8FAE-8EAD21B20F9E}" dt="2026-08-18T02:41:06.158" v="100" actId="1076"/>
          <ac:spMkLst>
            <pc:docMk/>
            <pc:sldMk cId="0" sldId="259"/>
            <ac:spMk id="9" creationId="{6D7A0A1A-D9A4-ED4B-1F6F-33E970AC555A}"/>
          </ac:spMkLst>
        </pc:spChg>
      </pc:sldChg>
      <pc:sldChg chg="modSp mod modTransition">
        <pc:chgData name="Fareen Fareen" userId="7f7c2b3183438ef3" providerId="LiveId" clId="{55021F75-0697-4B6B-8FAE-8EAD21B20F9E}" dt="2026-08-18T02:43:04.461" v="117"/>
        <pc:sldMkLst>
          <pc:docMk/>
          <pc:sldMk cId="0" sldId="260"/>
        </pc:sldMkLst>
        <pc:spChg chg="mod">
          <ac:chgData name="Fareen Fareen" userId="7f7c2b3183438ef3" providerId="LiveId" clId="{55021F75-0697-4B6B-8FAE-8EAD21B20F9E}" dt="2026-08-18T02:41:12.342" v="101" actId="1076"/>
          <ac:spMkLst>
            <pc:docMk/>
            <pc:sldMk cId="0" sldId="260"/>
            <ac:spMk id="3" creationId="{8DFE600E-AF32-94F1-3A9F-A7F09841A8E1}"/>
          </ac:spMkLst>
        </pc:spChg>
        <pc:spChg chg="mod">
          <ac:chgData name="Fareen Fareen" userId="7f7c2b3183438ef3" providerId="LiveId" clId="{55021F75-0697-4B6B-8FAE-8EAD21B20F9E}" dt="2026-08-18T02:41:17.853" v="102" actId="1076"/>
          <ac:spMkLst>
            <pc:docMk/>
            <pc:sldMk cId="0" sldId="260"/>
            <ac:spMk id="10" creationId="{99172F7F-431D-68A6-F823-DB10BCD75338}"/>
          </ac:spMkLst>
        </pc:spChg>
      </pc:sldChg>
      <pc:sldMasterChg chg="modTransition modSldLayout">
        <pc:chgData name="Fareen Fareen" userId="7f7c2b3183438ef3" providerId="LiveId" clId="{55021F75-0697-4B6B-8FAE-8EAD21B20F9E}" dt="2026-08-18T02:32:11.512" v="89"/>
        <pc:sldMasterMkLst>
          <pc:docMk/>
          <pc:sldMasterMk cId="2209977519" sldId="2147483648"/>
        </pc:sldMasterMkLst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Fareen Fareen" userId="7f7c2b3183438ef3" providerId="LiveId" clId="{55021F75-0697-4B6B-8FAE-8EAD21B20F9E}" dt="2026-08-18T02:32:11.512" v="89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Illustrative weekly interactions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uses / week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Search</c:v>
                </c:pt>
                <c:pt idx="1">
                  <c:v>Maps</c:v>
                </c:pt>
                <c:pt idx="2">
                  <c:v>Streaming</c:v>
                </c:pt>
                <c:pt idx="3">
                  <c:v>Voice assistants</c:v>
                </c:pt>
                <c:pt idx="4">
                  <c:v>Photo apps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8</c:v>
                </c:pt>
                <c:pt idx="2">
                  <c:v>10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56-0241-961D-19F2C71AF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6C45DC-F9D9-CA98-7422-236CA7559A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Artificial Intelligence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09705-0595-1780-EEF7-DF37D9CCCA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F2A62-1FEE-4E74-8B28-55F2D1506EE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1809F-D55A-5A79-0E5D-1F99CAA545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Artificial Intelligence in Everyday Life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CDA79-3D0C-DC8F-6D36-8E5AE9DBA4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46F1D-38F3-4380-BAEA-8917B5FFF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7165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Artificial Intelligence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62E3D-4885-F646-992D-F403D797A9D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D9A5D-F5EC-554F-84CD-82A773762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1010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Apply Fade entrance to title and bullet points. Transition: Fade. Sound: play intro_tone.wav at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F92687A-375B-0A72-B518-711ADBEA22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Use Wipe entrance for the four AI capability bullets. Transition: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7FB656-080D-84E2-1E86-847378490F2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Animate chart by series. Transition: Morph or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1F1A7AE-98F9-F51A-A4C7-87387AEE69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Animate table rows one by one. Transition: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1582C13-55AE-5036-0C29-D1BAC1780C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Use Zoom/Fade for the future image and bullets. Transition: Fade. Hyperlink is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A106DE1-6376-2D28-8B8F-3F7CFFB9926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D07114F-488F-4EED-820D-BDE32E18BDE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5326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8767-5194-4480-821C-8AB964F7091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2169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1369-375E-42F3-82F8-4CCD597D2A33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8442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C1E8E-D311-40F2-8D61-B5A8A5F27ACB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0274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9CD51-2D2E-405A-9AF6-1877161659B5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771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54846-6408-4AA2-B7EA-6017183A7765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5589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2E4B4-798F-47D4-AE05-5C4327F8A78B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6182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E542-4E63-4E94-9F27-6D87CAE48CB1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855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66792-B9A5-40D5-BF1A-54B751AA4D01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7854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F94E9-0A5C-4C4E-A699-C6272D2FBC6F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9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A946-C32B-491E-B1D3-0E7216C35E79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11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20FD-F15F-4C0D-B732-5AAD78A76573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664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A31D6-AF95-4799-94A7-484603F8A511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21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E00-E17A-4C07-8032-690C80749709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38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68844-24D5-4F18-9670-82604A3C46BA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D4023-DE15-4745-8147-3974788A4031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464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C6F9-A51F-41BD-B0DE-D48D7FA45481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3502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45337-2616-44AC-9E1A-50C8A2CB0693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Artificial Intelligence in Everyday Life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25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hyperlink" Target="https://www.ibm.com/think/topics/artificial-intelligence" TargetMode="External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7247" y="114300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F"/>
                </a:solidFill>
              </a:defRPr>
            </a:pPr>
            <a:r>
              <a:rPr dirty="0"/>
              <a:t>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247" y="2031682"/>
            <a:ext cx="62179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2F6FF"/>
                </a:solidFill>
              </a:defRPr>
            </a:pPr>
            <a:r>
              <a:rPr dirty="0"/>
              <a:t>• What AI means</a:t>
            </a:r>
          </a:p>
          <a:p>
            <a:pPr>
              <a:spcAft>
                <a:spcPts val="1200"/>
              </a:spcAft>
              <a:defRPr sz="2100">
                <a:solidFill>
                  <a:srgbClr val="F2F6FF"/>
                </a:solidFill>
              </a:defRPr>
            </a:pPr>
            <a:r>
              <a:rPr dirty="0"/>
              <a:t>• Where we meet AI every day</a:t>
            </a:r>
          </a:p>
          <a:p>
            <a:pPr>
              <a:spcAft>
                <a:spcPts val="1200"/>
              </a:spcAft>
              <a:defRPr sz="2100">
                <a:solidFill>
                  <a:srgbClr val="F2F6FF"/>
                </a:solidFill>
              </a:defRPr>
            </a:pPr>
            <a:r>
              <a:rPr dirty="0"/>
              <a:t>• Benefits and challenges</a:t>
            </a:r>
          </a:p>
          <a:p>
            <a:pPr>
              <a:spcAft>
                <a:spcPts val="1200"/>
              </a:spcAft>
              <a:defRPr sz="2100">
                <a:solidFill>
                  <a:srgbClr val="F2F6FF"/>
                </a:solidFill>
              </a:defRPr>
            </a:pPr>
            <a:r>
              <a:rPr dirty="0"/>
              <a:t>• What the future may look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215578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D2FF"/>
                </a:solidFill>
              </a:defRPr>
            </a:pPr>
            <a:r>
              <a:rPr dirty="0">
                <a:hlinkClick r:id="rId6"/>
              </a:rPr>
              <a:t>Learn more: IBM AI overview</a:t>
            </a:r>
          </a:p>
        </p:txBody>
      </p:sp>
      <p:pic>
        <p:nvPicPr>
          <p:cNvPr id="10" name="intro_tone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300536" y="1028700"/>
            <a:ext cx="800100" cy="8001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C855840-D80D-E878-7F50-091FCE27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8852" y="6126797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pic>
        <p:nvPicPr>
          <p:cNvPr id="1026" name="Picture 2" descr="Ai Animatic Services Animated Storyboards - Free Power Point Template ...">
            <a:extLst>
              <a:ext uri="{FF2B5EF4-FFF2-40B4-BE49-F238E27FC236}">
                <a16:creationId xmlns:a16="http://schemas.microsoft.com/office/drawing/2014/main" id="{2A27ADD6-F375-E1E1-E398-22B3D80E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720" y="9144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A36F2-2D2E-FCA1-F35F-DDB1CB6F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000">
        <p:fade/>
        <p:sndAc>
          <p:stSnd>
            <p:snd r:embed="rId5" name="chimes.wav"/>
          </p:stSnd>
        </p:sndAc>
      </p:transition>
    </mc:Choice>
    <mc:Fallback xmlns="">
      <p:transition advTm="3000">
        <p:fade/>
        <p:sndAc>
          <p:stSnd>
            <p:snd r:embed="rId9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5847" y="1188719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F"/>
                </a:solidFill>
              </a:defRPr>
            </a:pPr>
            <a:r>
              <a:rPr dirty="0"/>
              <a:t>1. What is 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847" y="1874519"/>
            <a:ext cx="5634991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6D2FF"/>
                </a:solidFill>
              </a:defRPr>
            </a:pPr>
            <a:r>
              <a:rPr dirty="0"/>
              <a:t>Perception</a:t>
            </a:r>
          </a:p>
          <a:p>
            <a:pPr>
              <a:spcAft>
                <a:spcPts val="1000"/>
              </a:spcAft>
              <a:defRPr sz="1500">
                <a:solidFill>
                  <a:srgbClr val="F2F6FF"/>
                </a:solidFill>
              </a:defRPr>
            </a:pPr>
            <a:r>
              <a:rPr dirty="0"/>
              <a:t>   </a:t>
            </a:r>
            <a:r>
              <a:rPr dirty="0" err="1"/>
              <a:t>Recognising</a:t>
            </a:r>
            <a:r>
              <a:rPr dirty="0"/>
              <a:t> images, speech and patterns.</a:t>
            </a:r>
          </a:p>
          <a:p>
            <a:pPr>
              <a:defRPr sz="1900" b="1">
                <a:solidFill>
                  <a:srgbClr val="46D2FF"/>
                </a:solidFill>
              </a:defRPr>
            </a:pPr>
            <a:r>
              <a:rPr dirty="0"/>
              <a:t>Learning</a:t>
            </a:r>
          </a:p>
          <a:p>
            <a:pPr>
              <a:spcAft>
                <a:spcPts val="1000"/>
              </a:spcAft>
              <a:defRPr sz="1500">
                <a:solidFill>
                  <a:srgbClr val="F2F6FF"/>
                </a:solidFill>
              </a:defRPr>
            </a:pPr>
            <a:r>
              <a:rPr dirty="0"/>
              <a:t>   Improving performance from examples and data.</a:t>
            </a:r>
          </a:p>
          <a:p>
            <a:pPr>
              <a:defRPr sz="1900" b="1">
                <a:solidFill>
                  <a:srgbClr val="46D2FF"/>
                </a:solidFill>
              </a:defRPr>
            </a:pPr>
            <a:r>
              <a:rPr dirty="0"/>
              <a:t>Reasoning</a:t>
            </a:r>
          </a:p>
          <a:p>
            <a:pPr>
              <a:spcAft>
                <a:spcPts val="1000"/>
              </a:spcAft>
              <a:defRPr sz="1500">
                <a:solidFill>
                  <a:srgbClr val="F2F6FF"/>
                </a:solidFill>
              </a:defRPr>
            </a:pPr>
            <a:r>
              <a:rPr dirty="0"/>
              <a:t>   Using rules or learned patterns to make decisions.</a:t>
            </a:r>
          </a:p>
          <a:p>
            <a:pPr>
              <a:defRPr sz="1900" b="1">
                <a:solidFill>
                  <a:srgbClr val="46D2FF"/>
                </a:solidFill>
              </a:defRPr>
            </a:pPr>
            <a:r>
              <a:rPr dirty="0"/>
              <a:t>Generative AI</a:t>
            </a:r>
          </a:p>
          <a:p>
            <a:pPr>
              <a:spcAft>
                <a:spcPts val="1000"/>
              </a:spcAft>
              <a:defRPr sz="1500">
                <a:solidFill>
                  <a:srgbClr val="F2F6FF"/>
                </a:solidFill>
              </a:defRPr>
            </a:pPr>
            <a:r>
              <a:rPr dirty="0"/>
              <a:t>   Creating text, images, audio or code.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8CB458-C3AE-98E0-9C01-093CBA66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9523" y="610071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EF0E2-FC4A-86EB-5E2E-7FF05C1EA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000">
        <p:fade/>
        <p:sndAc>
          <p:stSnd>
            <p:snd r:embed="rId3" name="chimes.wav"/>
          </p:stSnd>
        </p:sndAc>
      </p:transition>
    </mc:Choice>
    <mc:Fallback xmlns="">
      <p:transition advTm="3000">
        <p:fade/>
        <p:sndAc>
          <p:stSnd>
            <p:snd r:embed="rId5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51548" y="98298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F"/>
                </a:solidFill>
              </a:defRPr>
            </a:pPr>
            <a:r>
              <a:rPr dirty="0"/>
              <a:t>2. AI Around Us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89216"/>
              </p:ext>
            </p:extLst>
          </p:nvPr>
        </p:nvGraphicFramePr>
        <p:xfrm>
          <a:off x="777240" y="1691640"/>
          <a:ext cx="6675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41017" y="2243137"/>
            <a:ext cx="2609497" cy="20672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2F6FF"/>
                </a:solidFill>
              </a:defRPr>
            </a:pPr>
            <a:r>
              <a:rPr dirty="0"/>
              <a:t>• Recommendations</a:t>
            </a:r>
          </a:p>
          <a:p>
            <a:pPr>
              <a:spcAft>
                <a:spcPts val="1300"/>
              </a:spcAft>
              <a:defRPr sz="1700">
                <a:solidFill>
                  <a:srgbClr val="F2F6FF"/>
                </a:solidFill>
              </a:defRPr>
            </a:pPr>
            <a:r>
              <a:rPr dirty="0"/>
              <a:t>• Navigation &amp; traffic</a:t>
            </a:r>
          </a:p>
          <a:p>
            <a:pPr>
              <a:spcAft>
                <a:spcPts val="1300"/>
              </a:spcAft>
              <a:defRPr sz="1700">
                <a:solidFill>
                  <a:srgbClr val="F2F6FF"/>
                </a:solidFill>
              </a:defRPr>
            </a:pPr>
            <a:r>
              <a:rPr dirty="0"/>
              <a:t>• Spam and fraud detection</a:t>
            </a:r>
          </a:p>
          <a:p>
            <a:pPr>
              <a:spcAft>
                <a:spcPts val="1300"/>
              </a:spcAft>
              <a:defRPr sz="1700">
                <a:solidFill>
                  <a:srgbClr val="F2F6FF"/>
                </a:solidFill>
              </a:defRPr>
            </a:pPr>
            <a:r>
              <a:rPr dirty="0"/>
              <a:t>• Face / object recognition</a:t>
            </a:r>
          </a:p>
          <a:p>
            <a:pPr>
              <a:spcAft>
                <a:spcPts val="1300"/>
              </a:spcAft>
              <a:defRPr sz="1700">
                <a:solidFill>
                  <a:srgbClr val="F2F6FF"/>
                </a:solidFill>
              </a:defRPr>
            </a:pPr>
            <a:r>
              <a:rPr dirty="0"/>
              <a:t>• Personalized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B93D0-4B1F-28F4-84ED-FB0A19A2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76504" y="626785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93EFEE5-5273-E675-B22C-6D175A84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000">
        <p:fade/>
        <p:sndAc>
          <p:stSnd>
            <p:snd r:embed="rId3" name="chimes.wav"/>
          </p:stSnd>
        </p:sndAc>
      </p:transition>
    </mc:Choice>
    <mc:Fallback xmlns="">
      <p:transition advTm="3000">
        <p:fade/>
        <p:sndAc>
          <p:stSnd>
            <p:snd r:embed="rId5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64008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F"/>
                </a:solidFill>
              </a:defRPr>
            </a:pPr>
            <a:r>
              <a:t>3. Benefits &amp; Challenges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003858"/>
              </p:ext>
            </p:extLst>
          </p:nvPr>
        </p:nvGraphicFramePr>
        <p:xfrm>
          <a:off x="685800" y="173736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2F6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2F6FF"/>
                          </a:solidFill>
                        </a:defRPr>
                      </a:pPr>
                      <a:r>
                        <a:t>Potential benefit</a:t>
                      </a:r>
                    </a:p>
                  </a:txBody>
                  <a:tcPr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2F6FF"/>
                          </a:solidFill>
                        </a:defRPr>
                      </a:pPr>
                      <a:r>
                        <a:t>Challenge / caution</a:t>
                      </a:r>
                    </a:p>
                  </a:txBody>
                  <a:tcPr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Education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rPr dirty="0"/>
                        <a:t>Personalized practice and feedback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Over-reliance; inaccurate outputs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Accessibility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Speech, vision and language support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Privacy and consent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Automates repetitive tasks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rPr dirty="0"/>
                        <a:t>Job redesign and skills gaps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Creativity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t>Fast brainstorming and prototyping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2F6FF"/>
                          </a:solidFill>
                        </a:defRPr>
                      </a:pPr>
                      <a:r>
                        <a:rPr dirty="0"/>
                        <a:t>Copyright and originality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A0A1A-D9A4-ED4B-1F6F-33E970AC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9800" y="630206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53F8151-E65C-A9B8-9B2D-B5B4F2F8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000">
        <p:fade/>
        <p:sndAc>
          <p:stSnd>
            <p:snd r:embed="rId3" name="chimes.wav"/>
          </p:stSnd>
        </p:sndAc>
      </p:transition>
    </mc:Choice>
    <mc:Fallback xmlns="">
      <p:transition advTm="3000">
        <p:fade/>
        <p:sndAc>
          <p:stSnd>
            <p:snd r:embed="rId4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30415" y="100584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6FF"/>
                </a:solidFill>
              </a:defRPr>
            </a:pPr>
            <a:r>
              <a:rPr dirty="0"/>
              <a:t>4. The Future of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415" y="1828800"/>
            <a:ext cx="5669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2F6FF"/>
                </a:solidFill>
              </a:defRPr>
            </a:pPr>
            <a:r>
              <a:rPr dirty="0"/>
              <a:t>• Learn to ask better questions</a:t>
            </a:r>
          </a:p>
          <a:p>
            <a:pPr>
              <a:spcAft>
                <a:spcPts val="1200"/>
              </a:spcAft>
              <a:defRPr sz="1800">
                <a:solidFill>
                  <a:srgbClr val="F2F6FF"/>
                </a:solidFill>
              </a:defRPr>
            </a:pPr>
            <a:r>
              <a:rPr dirty="0"/>
              <a:t>• Check AI-generated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F2F6FF"/>
                </a:solidFill>
              </a:defRPr>
            </a:pPr>
            <a:r>
              <a:rPr dirty="0"/>
              <a:t>• Build digital and data literacy</a:t>
            </a:r>
          </a:p>
          <a:p>
            <a:pPr>
              <a:spcAft>
                <a:spcPts val="1200"/>
              </a:spcAft>
              <a:defRPr sz="1800">
                <a:solidFill>
                  <a:srgbClr val="F2F6FF"/>
                </a:solidFill>
              </a:defRPr>
            </a:pPr>
            <a:r>
              <a:rPr dirty="0"/>
              <a:t>• Keep humans in important decisions</a:t>
            </a:r>
          </a:p>
          <a:p>
            <a:pPr>
              <a:spcAft>
                <a:spcPts val="1200"/>
              </a:spcAft>
              <a:defRPr sz="1800">
                <a:solidFill>
                  <a:srgbClr val="F2F6FF"/>
                </a:solidFill>
              </a:defRPr>
            </a:pPr>
            <a:r>
              <a:rPr dirty="0"/>
              <a:t>• Use technology ethically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415" y="4754880"/>
            <a:ext cx="427040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6D2FF"/>
                </a:solidFill>
              </a:defRPr>
            </a:pPr>
            <a:r>
              <a:rPr sz="6000" dirty="0"/>
              <a:t>THANK YOU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172F7F-431D-68A6-F823-DB10BCD7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98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9885793-BA26-DBD5-44A4-44A3D486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in Everyday Life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3000">
        <p:fade/>
        <p:sndAc>
          <p:stSnd>
            <p:snd r:embed="rId3" name="chimes.wav"/>
          </p:stSnd>
        </p:sndAc>
      </p:transition>
    </mc:Choice>
    <mc:Fallback xmlns="">
      <p:transition advTm="3000">
        <p:fad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59</TotalTime>
  <Words>314</Words>
  <Application>Microsoft Office PowerPoint</Application>
  <PresentationFormat>Widescreen</PresentationFormat>
  <Paragraphs>65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CSD</cp:lastModifiedBy>
  <cp:revision>4</cp:revision>
  <dcterms:created xsi:type="dcterms:W3CDTF">2013-01-27T09:14:16Z</dcterms:created>
  <dcterms:modified xsi:type="dcterms:W3CDTF">2026-08-19T06:41:05Z</dcterms:modified>
  <cp:category/>
</cp:coreProperties>
</file>