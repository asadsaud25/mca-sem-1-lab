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045700" cy="141986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Playlist Script" panose="020B0604020202020204" charset="0"/>
      <p:regular r:id="rId7"/>
    </p:embeddedFont>
    <p:embeddedFont>
      <p:font typeface="Tomorrow" panose="020B0604020202020204" charset="0"/>
      <p:regular r:id="rId8"/>
    </p:embeddedFont>
    <p:embeddedFont>
      <p:font typeface="Tomorrow Bold" panose="020B0604020202020204" charset="0"/>
      <p:regular r:id="rId9"/>
    </p:embeddedFont>
    <p:embeddedFont>
      <p:font typeface="Was KamuiNP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1020" y="-18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048875" cy="14201775"/>
          </a:xfrm>
          <a:custGeom>
            <a:avLst/>
            <a:gdLst/>
            <a:ahLst/>
            <a:cxnLst/>
            <a:rect l="l" t="t" r="r" b="b"/>
            <a:pathLst>
              <a:path w="10048875" h="14201775">
                <a:moveTo>
                  <a:pt x="0" y="0"/>
                </a:moveTo>
                <a:lnTo>
                  <a:pt x="10048875" y="0"/>
                </a:lnTo>
                <a:lnTo>
                  <a:pt x="10048875" y="14201775"/>
                </a:lnTo>
                <a:lnTo>
                  <a:pt x="0" y="14201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933575" cy="4972050"/>
          </a:xfrm>
          <a:custGeom>
            <a:avLst/>
            <a:gdLst/>
            <a:ahLst/>
            <a:cxnLst/>
            <a:rect l="l" t="t" r="r" b="b"/>
            <a:pathLst>
              <a:path w="1933575" h="4972050">
                <a:moveTo>
                  <a:pt x="0" y="0"/>
                </a:moveTo>
                <a:lnTo>
                  <a:pt x="1933575" y="0"/>
                </a:lnTo>
                <a:lnTo>
                  <a:pt x="1933575" y="4972050"/>
                </a:lnTo>
                <a:lnTo>
                  <a:pt x="0" y="4972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15300" y="0"/>
            <a:ext cx="1933575" cy="4972050"/>
          </a:xfrm>
          <a:custGeom>
            <a:avLst/>
            <a:gdLst/>
            <a:ahLst/>
            <a:cxnLst/>
            <a:rect l="l" t="t" r="r" b="b"/>
            <a:pathLst>
              <a:path w="1933575" h="4972050">
                <a:moveTo>
                  <a:pt x="0" y="0"/>
                </a:moveTo>
                <a:lnTo>
                  <a:pt x="1933575" y="0"/>
                </a:lnTo>
                <a:lnTo>
                  <a:pt x="1933575" y="4972050"/>
                </a:lnTo>
                <a:lnTo>
                  <a:pt x="0" y="4972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45787" y="241300"/>
            <a:ext cx="3466862" cy="33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 spc="80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DEPARTMENT OF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0264" y="520581"/>
            <a:ext cx="5948934" cy="65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6"/>
              </a:lnSpc>
            </a:pPr>
            <a:r>
              <a:rPr lang="en-US" sz="3790" spc="568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COMPUTER SCIENCE</a:t>
            </a:r>
          </a:p>
        </p:txBody>
      </p:sp>
      <p:sp>
        <p:nvSpPr>
          <p:cNvPr id="8" name="Freeform 8"/>
          <p:cNvSpPr/>
          <p:nvPr/>
        </p:nvSpPr>
        <p:spPr>
          <a:xfrm>
            <a:off x="1924050" y="1307756"/>
            <a:ext cx="981075" cy="180975"/>
          </a:xfrm>
          <a:custGeom>
            <a:avLst/>
            <a:gdLst/>
            <a:ahLst/>
            <a:cxnLst/>
            <a:rect l="l" t="t" r="r" b="b"/>
            <a:pathLst>
              <a:path w="981075" h="180975">
                <a:moveTo>
                  <a:pt x="0" y="0"/>
                </a:moveTo>
                <a:lnTo>
                  <a:pt x="981075" y="0"/>
                </a:lnTo>
                <a:lnTo>
                  <a:pt x="981075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14174" y="1190012"/>
            <a:ext cx="4351163" cy="27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592" spc="39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ALIGARH MUSLIM UNIVERSITY</a:t>
            </a:r>
          </a:p>
        </p:txBody>
      </p:sp>
      <p:sp>
        <p:nvSpPr>
          <p:cNvPr id="10" name="Freeform 10"/>
          <p:cNvSpPr/>
          <p:nvPr/>
        </p:nvSpPr>
        <p:spPr>
          <a:xfrm>
            <a:off x="7334250" y="1307756"/>
            <a:ext cx="981075" cy="180975"/>
          </a:xfrm>
          <a:custGeom>
            <a:avLst/>
            <a:gdLst/>
            <a:ahLst/>
            <a:cxnLst/>
            <a:rect l="l" t="t" r="r" b="b"/>
            <a:pathLst>
              <a:path w="981075" h="180975">
                <a:moveTo>
                  <a:pt x="0" y="0"/>
                </a:moveTo>
                <a:lnTo>
                  <a:pt x="981075" y="0"/>
                </a:lnTo>
                <a:lnTo>
                  <a:pt x="981075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079843" y="1874607"/>
            <a:ext cx="1889188" cy="34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b="1" spc="821" dirty="0">
                <a:solidFill>
                  <a:srgbClr val="008AFE"/>
                </a:solidFill>
                <a:latin typeface="Tomorrow Bold"/>
                <a:ea typeface="Tomorrow Bold"/>
                <a:cs typeface="Tomorrow Bold"/>
                <a:sym typeface="Tomorrow Bold"/>
              </a:rPr>
              <a:t>INVITES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52550" y="2155825"/>
            <a:ext cx="581025" cy="904875"/>
          </a:xfrm>
          <a:custGeom>
            <a:avLst/>
            <a:gdLst/>
            <a:ahLst/>
            <a:cxnLst/>
            <a:rect l="l" t="t" r="r" b="b"/>
            <a:pathLst>
              <a:path w="581025" h="904875">
                <a:moveTo>
                  <a:pt x="0" y="0"/>
                </a:moveTo>
                <a:lnTo>
                  <a:pt x="581025" y="0"/>
                </a:lnTo>
                <a:lnTo>
                  <a:pt x="581025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99726" y="2264671"/>
            <a:ext cx="6049423" cy="6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3200" dirty="0">
                <a:solidFill>
                  <a:srgbClr val="FFFFFF"/>
                </a:solidFill>
                <a:latin typeface="Tomorrow" panose="020B0604020202020204" charset="0"/>
                <a:ea typeface="Playlist Script"/>
                <a:cs typeface="Playlist Script"/>
                <a:sym typeface="Playlist Script"/>
              </a:rPr>
              <a:t>All Students of the Department</a:t>
            </a:r>
          </a:p>
        </p:txBody>
      </p:sp>
      <p:sp>
        <p:nvSpPr>
          <p:cNvPr id="14" name="Freeform 14"/>
          <p:cNvSpPr/>
          <p:nvPr/>
        </p:nvSpPr>
        <p:spPr>
          <a:xfrm>
            <a:off x="8115300" y="2155825"/>
            <a:ext cx="581025" cy="723900"/>
          </a:xfrm>
          <a:custGeom>
            <a:avLst/>
            <a:gdLst/>
            <a:ahLst/>
            <a:cxnLst/>
            <a:rect l="l" t="t" r="r" b="b"/>
            <a:pathLst>
              <a:path w="581025" h="723900">
                <a:moveTo>
                  <a:pt x="0" y="0"/>
                </a:moveTo>
                <a:lnTo>
                  <a:pt x="581025" y="0"/>
                </a:lnTo>
                <a:lnTo>
                  <a:pt x="58102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403850" y="3594100"/>
            <a:ext cx="1752600" cy="190500"/>
          </a:xfrm>
          <a:custGeom>
            <a:avLst/>
            <a:gdLst/>
            <a:ahLst/>
            <a:cxnLst/>
            <a:rect l="l" t="t" r="r" b="b"/>
            <a:pathLst>
              <a:path w="1752600" h="190500">
                <a:moveTo>
                  <a:pt x="0" y="0"/>
                </a:moveTo>
                <a:lnTo>
                  <a:pt x="1752600" y="0"/>
                </a:lnTo>
                <a:lnTo>
                  <a:pt x="17526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75719" y="3278874"/>
            <a:ext cx="3275933" cy="32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0"/>
              </a:lnSpc>
            </a:pPr>
            <a:r>
              <a:rPr lang="en-US" sz="18714" dirty="0">
                <a:solidFill>
                  <a:srgbClr val="008AFE"/>
                </a:solidFill>
                <a:latin typeface="Was KamuiNP" panose="020B0604020202020204" charset="0"/>
                <a:ea typeface="Tomorrow"/>
                <a:cs typeface="Was KamuiNP" panose="020B0604020202020204" charset="0"/>
                <a:sym typeface="Tomorrow"/>
              </a:rPr>
              <a:t>IT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73701" y="3321844"/>
            <a:ext cx="4019550" cy="2932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9"/>
              </a:lnSpc>
            </a:pPr>
            <a:r>
              <a:rPr lang="en-US" sz="16906" dirty="0">
                <a:solidFill>
                  <a:srgbClr val="8C52FF"/>
                </a:solidFill>
                <a:latin typeface="Was KamuiNP"/>
                <a:ea typeface="Was KamuiNP"/>
                <a:cs typeface="Was KamuiNP"/>
                <a:sym typeface="Was KamuiNP"/>
              </a:rPr>
              <a:t>FEST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68268" y="7455103"/>
            <a:ext cx="4813411" cy="2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8" b="1" spc="679" dirty="0">
                <a:solidFill>
                  <a:srgbClr val="008AFE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CONNECT. CREATE. CODE.</a:t>
            </a:r>
          </a:p>
        </p:txBody>
      </p:sp>
      <p:sp>
        <p:nvSpPr>
          <p:cNvPr id="20" name="Freeform 20"/>
          <p:cNvSpPr/>
          <p:nvPr/>
        </p:nvSpPr>
        <p:spPr>
          <a:xfrm>
            <a:off x="1924050" y="6813550"/>
            <a:ext cx="1171575" cy="1428750"/>
          </a:xfrm>
          <a:custGeom>
            <a:avLst/>
            <a:gdLst/>
            <a:ahLst/>
            <a:cxnLst/>
            <a:rect l="l" t="t" r="r" b="b"/>
            <a:pathLst>
              <a:path w="1171575" h="1428750">
                <a:moveTo>
                  <a:pt x="0" y="0"/>
                </a:moveTo>
                <a:lnTo>
                  <a:pt x="1171575" y="0"/>
                </a:lnTo>
                <a:lnTo>
                  <a:pt x="11715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762750" y="6813550"/>
            <a:ext cx="1362075" cy="1428750"/>
          </a:xfrm>
          <a:custGeom>
            <a:avLst/>
            <a:gdLst/>
            <a:ahLst/>
            <a:cxnLst/>
            <a:rect l="l" t="t" r="r" b="b"/>
            <a:pathLst>
              <a:path w="1362075" h="1428750">
                <a:moveTo>
                  <a:pt x="0" y="0"/>
                </a:moveTo>
                <a:lnTo>
                  <a:pt x="1362075" y="0"/>
                </a:lnTo>
                <a:lnTo>
                  <a:pt x="13620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534275" y="7518400"/>
            <a:ext cx="590550" cy="723900"/>
          </a:xfrm>
          <a:custGeom>
            <a:avLst/>
            <a:gdLst/>
            <a:ahLst/>
            <a:cxnLst/>
            <a:rect l="l" t="t" r="r" b="b"/>
            <a:pathLst>
              <a:path w="590550" h="723900">
                <a:moveTo>
                  <a:pt x="0" y="0"/>
                </a:moveTo>
                <a:lnTo>
                  <a:pt x="590550" y="0"/>
                </a:lnTo>
                <a:lnTo>
                  <a:pt x="5905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62025" y="8499475"/>
            <a:ext cx="971550" cy="723900"/>
          </a:xfrm>
          <a:custGeom>
            <a:avLst/>
            <a:gdLst/>
            <a:ahLst/>
            <a:cxnLst/>
            <a:rect l="l" t="t" r="r" b="b"/>
            <a:pathLst>
              <a:path w="971550" h="723900">
                <a:moveTo>
                  <a:pt x="0" y="0"/>
                </a:moveTo>
                <a:lnTo>
                  <a:pt x="971550" y="0"/>
                </a:lnTo>
                <a:lnTo>
                  <a:pt x="9715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84790" y="9280435"/>
            <a:ext cx="94459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sz="1557" b="1" spc="155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TECH</a:t>
            </a:r>
          </a:p>
          <a:p>
            <a:pPr algn="ctr">
              <a:lnSpc>
                <a:spcPts val="1868"/>
              </a:lnSpc>
            </a:pPr>
            <a:r>
              <a:rPr lang="en-US" sz="1557" b="1" spc="155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EVENTS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3177" y="9837240"/>
            <a:ext cx="1637967" cy="22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Code | Debug | Solve</a:t>
            </a:r>
          </a:p>
        </p:txBody>
      </p:sp>
      <p:sp>
        <p:nvSpPr>
          <p:cNvPr id="28" name="Freeform 28"/>
          <p:cNvSpPr/>
          <p:nvPr/>
        </p:nvSpPr>
        <p:spPr>
          <a:xfrm>
            <a:off x="2505075" y="8680450"/>
            <a:ext cx="209550" cy="1076325"/>
          </a:xfrm>
          <a:custGeom>
            <a:avLst/>
            <a:gdLst/>
            <a:ahLst/>
            <a:cxnLst/>
            <a:rect l="l" t="t" r="r" b="b"/>
            <a:pathLst>
              <a:path w="209550" h="1076325">
                <a:moveTo>
                  <a:pt x="0" y="0"/>
                </a:moveTo>
                <a:lnTo>
                  <a:pt x="209550" y="0"/>
                </a:lnTo>
                <a:lnTo>
                  <a:pt x="2095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276600" y="8499475"/>
            <a:ext cx="790575" cy="723900"/>
          </a:xfrm>
          <a:custGeom>
            <a:avLst/>
            <a:gdLst/>
            <a:ahLst/>
            <a:cxnLst/>
            <a:rect l="l" t="t" r="r" b="b"/>
            <a:pathLst>
              <a:path w="790575" h="723900">
                <a:moveTo>
                  <a:pt x="0" y="0"/>
                </a:moveTo>
                <a:lnTo>
                  <a:pt x="790575" y="0"/>
                </a:lnTo>
                <a:lnTo>
                  <a:pt x="7905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629150" y="8680450"/>
            <a:ext cx="209550" cy="1076325"/>
          </a:xfrm>
          <a:custGeom>
            <a:avLst/>
            <a:gdLst/>
            <a:ahLst/>
            <a:cxnLst/>
            <a:rect l="l" t="t" r="r" b="b"/>
            <a:pathLst>
              <a:path w="209550" h="1076325">
                <a:moveTo>
                  <a:pt x="0" y="0"/>
                </a:moveTo>
                <a:lnTo>
                  <a:pt x="209550" y="0"/>
                </a:lnTo>
                <a:lnTo>
                  <a:pt x="2095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600700" y="8499475"/>
            <a:ext cx="781050" cy="723900"/>
          </a:xfrm>
          <a:custGeom>
            <a:avLst/>
            <a:gdLst/>
            <a:ahLst/>
            <a:cxnLst/>
            <a:rect l="l" t="t" r="r" b="b"/>
            <a:pathLst>
              <a:path w="781050" h="723900">
                <a:moveTo>
                  <a:pt x="0" y="0"/>
                </a:moveTo>
                <a:lnTo>
                  <a:pt x="781050" y="0"/>
                </a:lnTo>
                <a:lnTo>
                  <a:pt x="781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5155073" y="9776121"/>
            <a:ext cx="1768602" cy="23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34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Compete | Excel | Win</a:t>
            </a:r>
          </a:p>
        </p:txBody>
      </p:sp>
      <p:sp>
        <p:nvSpPr>
          <p:cNvPr id="33" name="Freeform 33"/>
          <p:cNvSpPr/>
          <p:nvPr/>
        </p:nvSpPr>
        <p:spPr>
          <a:xfrm>
            <a:off x="7143750" y="9048750"/>
            <a:ext cx="200025" cy="1076325"/>
          </a:xfrm>
          <a:custGeom>
            <a:avLst/>
            <a:gdLst/>
            <a:ahLst/>
            <a:cxnLst/>
            <a:rect l="l" t="t" r="r" b="b"/>
            <a:pathLst>
              <a:path w="200025" h="1076325">
                <a:moveTo>
                  <a:pt x="0" y="0"/>
                </a:moveTo>
                <a:lnTo>
                  <a:pt x="200025" y="0"/>
                </a:lnTo>
                <a:lnTo>
                  <a:pt x="2000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7915275" y="8499475"/>
            <a:ext cx="981075" cy="723900"/>
          </a:xfrm>
          <a:custGeom>
            <a:avLst/>
            <a:gdLst/>
            <a:ahLst/>
            <a:cxnLst/>
            <a:rect l="l" t="t" r="r" b="b"/>
            <a:pathLst>
              <a:path w="981075" h="723900">
                <a:moveTo>
                  <a:pt x="0" y="0"/>
                </a:moveTo>
                <a:lnTo>
                  <a:pt x="981075" y="0"/>
                </a:lnTo>
                <a:lnTo>
                  <a:pt x="9810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7466314" y="9780433"/>
            <a:ext cx="1949482" cy="22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Network | Share | Inspire</a:t>
            </a:r>
          </a:p>
        </p:txBody>
      </p:sp>
      <p:sp>
        <p:nvSpPr>
          <p:cNvPr id="36" name="Freeform 36"/>
          <p:cNvSpPr/>
          <p:nvPr/>
        </p:nvSpPr>
        <p:spPr>
          <a:xfrm>
            <a:off x="1352550" y="10280650"/>
            <a:ext cx="7153275" cy="895350"/>
          </a:xfrm>
          <a:custGeom>
            <a:avLst/>
            <a:gdLst/>
            <a:ahLst/>
            <a:cxnLst/>
            <a:rect l="l" t="t" r="r" b="b"/>
            <a:pathLst>
              <a:path w="7153275" h="895350">
                <a:moveTo>
                  <a:pt x="0" y="0"/>
                </a:moveTo>
                <a:lnTo>
                  <a:pt x="7153275" y="0"/>
                </a:lnTo>
                <a:lnTo>
                  <a:pt x="71532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543050" y="10820400"/>
            <a:ext cx="781050" cy="723900"/>
          </a:xfrm>
          <a:custGeom>
            <a:avLst/>
            <a:gdLst/>
            <a:ahLst/>
            <a:cxnLst/>
            <a:rect l="l" t="t" r="r" b="b"/>
            <a:pathLst>
              <a:path w="781050" h="723900">
                <a:moveTo>
                  <a:pt x="0" y="0"/>
                </a:moveTo>
                <a:lnTo>
                  <a:pt x="781050" y="0"/>
                </a:lnTo>
                <a:lnTo>
                  <a:pt x="781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2009775" y="11284947"/>
            <a:ext cx="602932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dirty="0">
                <a:solidFill>
                  <a:srgbClr val="70E8E8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Register. Participate. Make it Memorable.</a:t>
            </a:r>
          </a:p>
        </p:txBody>
      </p:sp>
      <p:sp>
        <p:nvSpPr>
          <p:cNvPr id="39" name="Freeform 39"/>
          <p:cNvSpPr/>
          <p:nvPr/>
        </p:nvSpPr>
        <p:spPr>
          <a:xfrm>
            <a:off x="3086100" y="11699875"/>
            <a:ext cx="4067175" cy="542925"/>
          </a:xfrm>
          <a:custGeom>
            <a:avLst/>
            <a:gdLst/>
            <a:ahLst/>
            <a:cxnLst/>
            <a:rect l="l" t="t" r="r" b="b"/>
            <a:pathLst>
              <a:path w="4067175" h="542925">
                <a:moveTo>
                  <a:pt x="0" y="0"/>
                </a:moveTo>
                <a:lnTo>
                  <a:pt x="4067175" y="0"/>
                </a:lnTo>
                <a:lnTo>
                  <a:pt x="406717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0" y="12239625"/>
            <a:ext cx="1362075" cy="1962150"/>
          </a:xfrm>
          <a:custGeom>
            <a:avLst/>
            <a:gdLst/>
            <a:ahLst/>
            <a:cxnLst/>
            <a:rect l="l" t="t" r="r" b="b"/>
            <a:pathLst>
              <a:path w="1362075" h="1962150">
                <a:moveTo>
                  <a:pt x="0" y="0"/>
                </a:moveTo>
                <a:lnTo>
                  <a:pt x="1362075" y="0"/>
                </a:lnTo>
                <a:lnTo>
                  <a:pt x="1362075" y="1962150"/>
                </a:lnTo>
                <a:lnTo>
                  <a:pt x="0" y="1962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352550" y="12633325"/>
            <a:ext cx="781050" cy="542925"/>
          </a:xfrm>
          <a:custGeom>
            <a:avLst/>
            <a:gdLst/>
            <a:ahLst/>
            <a:cxnLst/>
            <a:rect l="l" t="t" r="r" b="b"/>
            <a:pathLst>
              <a:path w="781050" h="542925">
                <a:moveTo>
                  <a:pt x="0" y="0"/>
                </a:moveTo>
                <a:lnTo>
                  <a:pt x="781050" y="0"/>
                </a:lnTo>
                <a:lnTo>
                  <a:pt x="7810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314575" y="12452350"/>
            <a:ext cx="200025" cy="895350"/>
          </a:xfrm>
          <a:custGeom>
            <a:avLst/>
            <a:gdLst/>
            <a:ahLst/>
            <a:cxnLst/>
            <a:rect l="l" t="t" r="r" b="b"/>
            <a:pathLst>
              <a:path w="200025" h="895350">
                <a:moveTo>
                  <a:pt x="0" y="0"/>
                </a:moveTo>
                <a:lnTo>
                  <a:pt x="200025" y="0"/>
                </a:lnTo>
                <a:lnTo>
                  <a:pt x="20002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362075" y="3451225"/>
            <a:ext cx="77020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2000" spc="424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04125" y="9355022"/>
            <a:ext cx="1547527" cy="26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557" b="1" spc="155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WORKSHOPS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73978" y="9767046"/>
            <a:ext cx="1617869" cy="24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</a:pPr>
            <a:r>
              <a:rPr lang="en-US" sz="137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Learn | Build | Grow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04829" y="9355022"/>
            <a:ext cx="1818846" cy="26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557" b="1" spc="155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COMPETITIONS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28074" y="9345947"/>
            <a:ext cx="1155621" cy="27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592" b="1" spc="159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CONNECT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401681" y="10495476"/>
            <a:ext cx="5778103" cy="25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0"/>
              </a:lnSpc>
            </a:pPr>
            <a:r>
              <a:rPr lang="en-US" sz="1521" spc="30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BE PART OF THE BIGGEST TECH CELEBRATION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049697" y="10729096"/>
            <a:ext cx="2301192" cy="29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 b="1" spc="332">
                <a:solidFill>
                  <a:srgbClr val="8C52FF"/>
                </a:solidFill>
                <a:latin typeface="Tomorrow Bold"/>
                <a:ea typeface="Tomorrow Bold"/>
                <a:cs typeface="Tomorrow Bold"/>
                <a:sym typeface="Tomorrow Bold"/>
              </a:rPr>
              <a:t>BY US, FOR US!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939433" y="13576300"/>
            <a:ext cx="5567077" cy="20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273" spc="12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ONE DEPARTMENT. ONE SPIRIT. ENDLESS POSSIBILITIES</a:t>
            </a:r>
          </a:p>
        </p:txBody>
      </p:sp>
      <p:sp>
        <p:nvSpPr>
          <p:cNvPr id="55" name="Freeform 15">
            <a:extLst>
              <a:ext uri="{FF2B5EF4-FFF2-40B4-BE49-F238E27FC236}">
                <a16:creationId xmlns:a16="http://schemas.microsoft.com/office/drawing/2014/main" id="{D4C3CFA1-F3AF-A67B-F306-55EB14CA373E}"/>
              </a:ext>
            </a:extLst>
          </p:cNvPr>
          <p:cNvSpPr/>
          <p:nvPr/>
        </p:nvSpPr>
        <p:spPr>
          <a:xfrm>
            <a:off x="3003550" y="3632200"/>
            <a:ext cx="1943100" cy="190500"/>
          </a:xfrm>
          <a:custGeom>
            <a:avLst/>
            <a:gdLst/>
            <a:ahLst/>
            <a:cxnLst/>
            <a:rect l="l" t="t" r="r" b="b"/>
            <a:pathLst>
              <a:path w="1943100" h="190500">
                <a:moveTo>
                  <a:pt x="0" y="0"/>
                </a:moveTo>
                <a:lnTo>
                  <a:pt x="1943100" y="0"/>
                </a:lnTo>
                <a:lnTo>
                  <a:pt x="19431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5C9799-7B19-53C4-1F2E-B2562F8294C0}"/>
              </a:ext>
            </a:extLst>
          </p:cNvPr>
          <p:cNvSpPr txBox="1"/>
          <p:nvPr/>
        </p:nvSpPr>
        <p:spPr>
          <a:xfrm>
            <a:off x="3962303" y="6203552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omorrow" panose="020B0604020202020204" charset="0"/>
              </a:rPr>
              <a:t>On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Tomorrow" panose="020B0604020202020204" charset="0"/>
              </a:rPr>
              <a:t>21st August 2026</a:t>
            </a:r>
            <a:endParaRPr lang="en-IN" dirty="0">
              <a:solidFill>
                <a:schemeClr val="bg1"/>
              </a:solidFill>
              <a:latin typeface="Tomorrow" panose="020B060402020202020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AFD14A-C675-1E5C-F996-26FE2CE518A2}"/>
              </a:ext>
            </a:extLst>
          </p:cNvPr>
          <p:cNvSpPr txBox="1"/>
          <p:nvPr/>
        </p:nvSpPr>
        <p:spPr>
          <a:xfrm>
            <a:off x="2744660" y="12625524"/>
            <a:ext cx="376898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omorrow" panose="020B0604020202020204" charset="0"/>
                <a:cs typeface="Was KamuiNP" panose="020B0604020202020204" charset="0"/>
              </a:rPr>
              <a:t>Visit website and book your seat:</a:t>
            </a:r>
          </a:p>
          <a:p>
            <a:r>
              <a:rPr lang="en-US" sz="1600" dirty="0">
                <a:solidFill>
                  <a:schemeClr val="bg1"/>
                </a:solidFill>
                <a:latin typeface="Tomorrow" panose="020B0604020202020204" charset="0"/>
                <a:cs typeface="Was KamuiNP" panose="020B0604020202020204" charset="0"/>
              </a:rPr>
              <a:t>www.amu.ac.in/cs_dept/it_fest</a:t>
            </a:r>
            <a:endParaRPr lang="en-IN" sz="1600" dirty="0">
              <a:solidFill>
                <a:schemeClr val="bg1"/>
              </a:solidFill>
              <a:latin typeface="Tomorrow" panose="020B0604020202020204" charset="0"/>
              <a:cs typeface="Was KamuiNP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102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Arial</vt:lpstr>
      <vt:lpstr>Tomorrow</vt:lpstr>
      <vt:lpstr>Playlist Script</vt:lpstr>
      <vt:lpstr>Was KamuiNP</vt:lpstr>
      <vt:lpstr>Tomorrow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</dc:title>
  <cp:lastModifiedBy>CSD</cp:lastModifiedBy>
  <cp:revision>2</cp:revision>
  <dcterms:created xsi:type="dcterms:W3CDTF">2006-08-16T00:00:00Z</dcterms:created>
  <dcterms:modified xsi:type="dcterms:W3CDTF">2026-08-18T07:48:53Z</dcterms:modified>
  <dc:identifier>DAHSkkJe4gY</dc:identifier>
</cp:coreProperties>
</file>