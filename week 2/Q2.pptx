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3"/>
  </p:notesMasterIdLst>
  <p:sldIdLst>
    <p:sldId id="256" r:id="rId2"/>
  </p:sldIdLst>
  <p:sldSz cx="7772400" cy="10058400"/>
  <p:notesSz cx="100584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21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een Fareen" userId="7f7c2b3183438ef3" providerId="LiveId" clId="{55021F75-0697-4B6B-8FAE-8EAD21B20F9E}"/>
    <pc:docChg chg="modSld">
      <pc:chgData name="Fareen Fareen" userId="7f7c2b3183438ef3" providerId="LiveId" clId="{55021F75-0697-4B6B-8FAE-8EAD21B20F9E}" dt="2026-08-18T03:32:16.353" v="2" actId="1076"/>
      <pc:docMkLst>
        <pc:docMk/>
      </pc:docMkLst>
      <pc:sldChg chg="modSp mod">
        <pc:chgData name="Fareen Fareen" userId="7f7c2b3183438ef3" providerId="LiveId" clId="{55021F75-0697-4B6B-8FAE-8EAD21B20F9E}" dt="2026-08-18T03:32:16.353" v="2" actId="1076"/>
        <pc:sldMkLst>
          <pc:docMk/>
          <pc:sldMk cId="0" sldId="256"/>
        </pc:sldMkLst>
        <pc:spChg chg="mod">
          <ac:chgData name="Fareen Fareen" userId="7f7c2b3183438ef3" providerId="LiveId" clId="{55021F75-0697-4B6B-8FAE-8EAD21B20F9E}" dt="2026-08-18T03:32:16.353" v="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Fareen Fareen" userId="7f7c2b3183438ef3" providerId="LiveId" clId="{55021F75-0697-4B6B-8FAE-8EAD21B20F9E}" dt="2026-08-18T03:32:06.056" v="0" actId="1076"/>
          <ac:spMkLst>
            <pc:docMk/>
            <pc:sldMk cId="0" sldId="256"/>
            <ac:spMk id="4" creationId="{00000000-0000-0000-0000-000000000000}"/>
          </ac:spMkLst>
        </pc:spChg>
        <pc:picChg chg="mod">
          <ac:chgData name="Fareen Fareen" userId="7f7c2b3183438ef3" providerId="LiveId" clId="{55021F75-0697-4B6B-8FAE-8EAD21B20F9E}" dt="2026-08-18T03:32:10.711" v="1" actId="14100"/>
          <ac:picMkLst>
            <pc:docMk/>
            <pc:sldMk cId="0" sldId="256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523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7196" y="-12419"/>
            <a:ext cx="7794333" cy="10083238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1006" y="3526650"/>
            <a:ext cx="4952711" cy="2414576"/>
          </a:xfrm>
        </p:spPr>
        <p:txBody>
          <a:bodyPr anchor="b">
            <a:noAutofit/>
          </a:bodyPr>
          <a:lstStyle>
            <a:lvl1pPr algn="r">
              <a:defRPr sz="459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1006" y="5941224"/>
            <a:ext cx="4952711" cy="1608785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88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7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65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54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43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31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2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08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0298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5932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59" y="3961274"/>
            <a:ext cx="5395558" cy="2678985"/>
          </a:xfrm>
        </p:spPr>
        <p:txBody>
          <a:bodyPr anchor="b"/>
          <a:lstStyle>
            <a:lvl1pPr algn="l">
              <a:defRPr sz="3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59" y="6640257"/>
            <a:ext cx="5395558" cy="1261920"/>
          </a:xfrm>
        </p:spPr>
        <p:txBody>
          <a:bodyPr anchor="t"/>
          <a:lstStyle>
            <a:lvl1pPr marL="0" indent="0" algn="l">
              <a:buNone/>
              <a:defRPr sz="1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20573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894080"/>
            <a:ext cx="5395557" cy="19371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" y="3168864"/>
            <a:ext cx="2624893" cy="5691799"/>
          </a:xfrm>
        </p:spPr>
        <p:txBody>
          <a:bodyPr>
            <a:normAutofit/>
          </a:bodyPr>
          <a:lstStyle>
            <a:lvl1pPr>
              <a:defRPr sz="1530"/>
            </a:lvl1pPr>
            <a:lvl2pPr>
              <a:defRPr sz="1360"/>
            </a:lvl2pPr>
            <a:lvl3pPr>
              <a:defRPr sz="1190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8823" y="3168866"/>
            <a:ext cx="2624894" cy="5691800"/>
          </a:xfrm>
        </p:spPr>
        <p:txBody>
          <a:bodyPr>
            <a:normAutofit/>
          </a:bodyPr>
          <a:lstStyle>
            <a:lvl1pPr>
              <a:defRPr sz="1530"/>
            </a:lvl1pPr>
            <a:lvl2pPr>
              <a:defRPr sz="1360"/>
            </a:lvl2pPr>
            <a:lvl3pPr>
              <a:defRPr sz="1190"/>
            </a:lvl3pPr>
            <a:lvl4pPr>
              <a:defRPr sz="1020"/>
            </a:lvl4pPr>
            <a:lvl5pPr>
              <a:defRPr sz="1020"/>
            </a:lvl5pPr>
            <a:lvl6pPr>
              <a:defRPr sz="1020"/>
            </a:lvl6pPr>
            <a:lvl7pPr>
              <a:defRPr sz="1020"/>
            </a:lvl7pPr>
            <a:lvl8pPr>
              <a:defRPr sz="1020"/>
            </a:lvl8pPr>
            <a:lvl9pPr>
              <a:defRPr sz="10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6549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894080"/>
            <a:ext cx="5395556" cy="193717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59" y="3169442"/>
            <a:ext cx="2627071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59" y="4014628"/>
            <a:ext cx="2627071" cy="484603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6644" y="3169442"/>
            <a:ext cx="2627071" cy="845184"/>
          </a:xfrm>
        </p:spPr>
        <p:txBody>
          <a:bodyPr anchor="b">
            <a:noAutofit/>
          </a:bodyPr>
          <a:lstStyle>
            <a:lvl1pPr marL="0" indent="0">
              <a:buNone/>
              <a:defRPr sz="2040" b="0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6644" y="4014628"/>
            <a:ext cx="2627071" cy="484603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6144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59" y="894080"/>
            <a:ext cx="5395557" cy="19371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7130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2598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59" y="2197953"/>
            <a:ext cx="2371655" cy="1875083"/>
          </a:xfrm>
        </p:spPr>
        <p:txBody>
          <a:bodyPr anchor="b">
            <a:normAutofit/>
          </a:bodyPr>
          <a:lstStyle>
            <a:lvl1pPr>
              <a:defRPr sz="1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5584" y="755224"/>
            <a:ext cx="2878131" cy="810544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159" y="4073035"/>
            <a:ext cx="2371655" cy="3790525"/>
          </a:xfrm>
        </p:spPr>
        <p:txBody>
          <a:bodyPr>
            <a:normAutofit/>
          </a:bodyPr>
          <a:lstStyle>
            <a:lvl1pPr marL="0" indent="0">
              <a:buNone/>
              <a:defRPr sz="119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1486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59" y="7040880"/>
            <a:ext cx="5395557" cy="831216"/>
          </a:xfrm>
        </p:spPr>
        <p:txBody>
          <a:bodyPr anchor="b">
            <a:normAutofit/>
          </a:bodyPr>
          <a:lstStyle>
            <a:lvl1pPr algn="l">
              <a:defRPr sz="204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59" y="894080"/>
            <a:ext cx="5395557" cy="5640386"/>
          </a:xfrm>
        </p:spPr>
        <p:txBody>
          <a:bodyPr anchor="t">
            <a:normAutofit/>
          </a:bodyPr>
          <a:lstStyle>
            <a:lvl1pPr marL="0" indent="0" algn="ctr">
              <a:buNone/>
              <a:defRPr sz="1360"/>
            </a:lvl1pPr>
            <a:lvl2pPr marL="388620" indent="0">
              <a:buNone/>
              <a:defRPr sz="1360"/>
            </a:lvl2pPr>
            <a:lvl3pPr marL="777240" indent="0">
              <a:buNone/>
              <a:defRPr sz="1360"/>
            </a:lvl3pPr>
            <a:lvl4pPr marL="1165860" indent="0">
              <a:buNone/>
              <a:defRPr sz="1360"/>
            </a:lvl4pPr>
            <a:lvl5pPr marL="1554480" indent="0">
              <a:buNone/>
              <a:defRPr sz="1360"/>
            </a:lvl5pPr>
            <a:lvl6pPr marL="1943100" indent="0">
              <a:buNone/>
              <a:defRPr sz="1360"/>
            </a:lvl6pPr>
            <a:lvl7pPr marL="2331720" indent="0">
              <a:buNone/>
              <a:defRPr sz="1360"/>
            </a:lvl7pPr>
            <a:lvl8pPr marL="2720340" indent="0">
              <a:buNone/>
              <a:defRPr sz="1360"/>
            </a:lvl8pPr>
            <a:lvl9pPr marL="3108960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159" y="7872096"/>
            <a:ext cx="5395557" cy="988569"/>
          </a:xfrm>
        </p:spPr>
        <p:txBody>
          <a:bodyPr>
            <a:normAutofit/>
          </a:bodyPr>
          <a:lstStyle>
            <a:lvl1pPr marL="0" indent="0">
              <a:buNone/>
              <a:defRPr sz="1020"/>
            </a:lvl1pPr>
            <a:lvl2pPr marL="388620" indent="0">
              <a:buNone/>
              <a:defRPr sz="1020"/>
            </a:lvl2pPr>
            <a:lvl3pPr marL="777240" indent="0">
              <a:buNone/>
              <a:defRPr sz="850"/>
            </a:lvl3pPr>
            <a:lvl4pPr marL="1165860" indent="0">
              <a:buNone/>
              <a:defRPr sz="765"/>
            </a:lvl4pPr>
            <a:lvl5pPr marL="1554480" indent="0">
              <a:buNone/>
              <a:defRPr sz="765"/>
            </a:lvl5pPr>
            <a:lvl6pPr marL="1943100" indent="0">
              <a:buNone/>
              <a:defRPr sz="765"/>
            </a:lvl6pPr>
            <a:lvl7pPr marL="2331720" indent="0">
              <a:buNone/>
              <a:defRPr sz="765"/>
            </a:lvl7pPr>
            <a:lvl8pPr marL="2720340" indent="0">
              <a:buNone/>
              <a:defRPr sz="765"/>
            </a:lvl8pPr>
            <a:lvl9pPr marL="3108960" indent="0">
              <a:buNone/>
              <a:defRPr sz="76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6723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894080"/>
            <a:ext cx="5395557" cy="4991947"/>
          </a:xfrm>
        </p:spPr>
        <p:txBody>
          <a:bodyPr anchor="ctr">
            <a:normAutofit/>
          </a:bodyPr>
          <a:lstStyle>
            <a:lvl1pPr algn="l">
              <a:defRPr sz="37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" y="6556586"/>
            <a:ext cx="5395557" cy="2304078"/>
          </a:xfrm>
        </p:spPr>
        <p:txBody>
          <a:bodyPr anchor="ctr">
            <a:normAutofit/>
          </a:bodyPr>
          <a:lstStyle>
            <a:lvl1pPr marL="0" indent="0" algn="l">
              <a:buNone/>
              <a:defRPr sz="15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8094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652" y="894080"/>
            <a:ext cx="5161355" cy="4433147"/>
          </a:xfrm>
        </p:spPr>
        <p:txBody>
          <a:bodyPr anchor="ctr">
            <a:normAutofit/>
          </a:bodyPr>
          <a:lstStyle>
            <a:lvl1pPr algn="l">
              <a:defRPr sz="37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35913" y="5327227"/>
            <a:ext cx="4606833" cy="5588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3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88620" indent="0">
              <a:buFontTx/>
              <a:buNone/>
              <a:defRPr/>
            </a:lvl2pPr>
            <a:lvl3pPr marL="777240" indent="0">
              <a:buFontTx/>
              <a:buNone/>
              <a:defRPr/>
            </a:lvl3pPr>
            <a:lvl4pPr marL="1165860" indent="0">
              <a:buFontTx/>
              <a:buNone/>
              <a:defRPr/>
            </a:lvl4pPr>
            <a:lvl5pPr marL="15544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59" y="6556586"/>
            <a:ext cx="5395558" cy="2304078"/>
          </a:xfrm>
        </p:spPr>
        <p:txBody>
          <a:bodyPr anchor="ctr">
            <a:normAutofit/>
          </a:bodyPr>
          <a:lstStyle>
            <a:lvl1pPr marL="0" indent="0" algn="l">
              <a:buNone/>
              <a:defRPr sz="15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10305" y="1159221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/>
            <a:r>
              <a:rPr lang="en-US" sz="6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5545" y="4233616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/>
            <a:r>
              <a:rPr lang="en-US" sz="6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22677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59" y="2833582"/>
            <a:ext cx="5395558" cy="3806675"/>
          </a:xfrm>
        </p:spPr>
        <p:txBody>
          <a:bodyPr anchor="b">
            <a:normAutofit/>
          </a:bodyPr>
          <a:lstStyle>
            <a:lvl1pPr algn="l">
              <a:defRPr sz="37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59" y="6640257"/>
            <a:ext cx="5395558" cy="2220407"/>
          </a:xfrm>
        </p:spPr>
        <p:txBody>
          <a:bodyPr anchor="t">
            <a:normAutofit/>
          </a:bodyPr>
          <a:lstStyle>
            <a:lvl1pPr marL="0" indent="0" algn="l">
              <a:buNone/>
              <a:defRPr sz="15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7154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652" y="894080"/>
            <a:ext cx="5161355" cy="4433147"/>
          </a:xfrm>
        </p:spPr>
        <p:txBody>
          <a:bodyPr anchor="ctr">
            <a:normAutofit/>
          </a:bodyPr>
          <a:lstStyle>
            <a:lvl1pPr algn="l">
              <a:defRPr sz="37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8157" y="5886027"/>
            <a:ext cx="5395559" cy="75423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0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88620" indent="0">
              <a:buFontTx/>
              <a:buNone/>
              <a:defRPr/>
            </a:lvl2pPr>
            <a:lvl3pPr marL="777240" indent="0">
              <a:buFontTx/>
              <a:buNone/>
              <a:defRPr/>
            </a:lvl3pPr>
            <a:lvl4pPr marL="1165860" indent="0">
              <a:buFontTx/>
              <a:buNone/>
              <a:defRPr/>
            </a:lvl4pPr>
            <a:lvl5pPr marL="15544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59" y="6640257"/>
            <a:ext cx="5395558" cy="2220407"/>
          </a:xfrm>
        </p:spPr>
        <p:txBody>
          <a:bodyPr anchor="t">
            <a:normAutofit/>
          </a:bodyPr>
          <a:lstStyle>
            <a:lvl1pPr marL="0" indent="0" algn="l">
              <a:buNone/>
              <a:defRPr sz="153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410305" y="1159221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/>
            <a:r>
              <a:rPr lang="en-US" sz="6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5545" y="4233616"/>
            <a:ext cx="388721" cy="857671"/>
          </a:xfrm>
          <a:prstGeom prst="rect">
            <a:avLst/>
          </a:prstGeom>
        </p:spPr>
        <p:txBody>
          <a:bodyPr vert="horz" lIns="77724" tIns="38862" rIns="77724" bIns="38862" rtlCol="0" anchor="ctr">
            <a:noAutofit/>
          </a:bodyPr>
          <a:lstStyle/>
          <a:p>
            <a:pPr lvl="0"/>
            <a:r>
              <a:rPr lang="en-US" sz="68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274586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471" y="894080"/>
            <a:ext cx="5390245" cy="4433147"/>
          </a:xfrm>
        </p:spPr>
        <p:txBody>
          <a:bodyPr anchor="ctr">
            <a:normAutofit/>
          </a:bodyPr>
          <a:lstStyle>
            <a:lvl1pPr algn="l">
              <a:defRPr sz="37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8157" y="5886027"/>
            <a:ext cx="5395559" cy="75423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040">
                <a:solidFill>
                  <a:schemeClr val="accent1"/>
                </a:solidFill>
              </a:defRPr>
            </a:lvl1pPr>
            <a:lvl2pPr marL="388620" indent="0">
              <a:buFontTx/>
              <a:buNone/>
              <a:defRPr/>
            </a:lvl2pPr>
            <a:lvl3pPr marL="777240" indent="0">
              <a:buFontTx/>
              <a:buNone/>
              <a:defRPr/>
            </a:lvl3pPr>
            <a:lvl4pPr marL="1165860" indent="0">
              <a:buFontTx/>
              <a:buNone/>
              <a:defRPr/>
            </a:lvl4pPr>
            <a:lvl5pPr marL="155448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59" y="6640257"/>
            <a:ext cx="5395558" cy="2220407"/>
          </a:xfrm>
        </p:spPr>
        <p:txBody>
          <a:bodyPr anchor="t">
            <a:normAutofit/>
          </a:bodyPr>
          <a:lstStyle>
            <a:lvl1pPr marL="0" indent="0" algn="l">
              <a:buNone/>
              <a:defRPr sz="153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886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1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21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4428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80715" y="894081"/>
            <a:ext cx="831990" cy="770212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59" y="894081"/>
            <a:ext cx="4415772" cy="77021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776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39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7196" y="-12419"/>
            <a:ext cx="7794334" cy="10083238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8160" y="894080"/>
            <a:ext cx="5395556" cy="19371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59" y="3168866"/>
            <a:ext cx="5395557" cy="569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94469" y="8860666"/>
            <a:ext cx="581512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B7318-4D11-4520-9EAB-08AE0712A195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" y="8860666"/>
            <a:ext cx="3929527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77975" y="8860666"/>
            <a:ext cx="435742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accent1"/>
                </a:solidFill>
              </a:defRPr>
            </a:lvl1pPr>
          </a:lstStyle>
          <a:p>
            <a:fld id="{3BF405E6-0C55-4448-8CCF-D10E9E1A7A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39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</p:sldLayoutIdLst>
  <p:hf sldNum="0" hdr="0" ftr="0" dt="0"/>
  <p:txStyles>
    <p:titleStyle>
      <a:lvl1pPr algn="l" defTabSz="388620" rtl="0" eaLnBrk="1" latinLnBrk="0" hangingPunct="1">
        <a:spcBef>
          <a:spcPct val="0"/>
        </a:spcBef>
        <a:buNone/>
        <a:defRPr sz="306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91465" indent="-291465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3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1508" indent="-242888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71550" indent="-194310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9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360170" indent="-194310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748790" indent="-194310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137410" indent="-194310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526030" indent="-194310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914650" indent="-194310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303270" indent="-194310" algn="l" defTabSz="388620" rtl="0" eaLnBrk="1" latinLnBrk="0" hangingPunct="1">
        <a:spcBef>
          <a:spcPts val="8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38862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77840" y="274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01</a:t>
            </a:r>
            <a:endParaRPr lang="en-US" sz="12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72200" y="822960"/>
            <a:ext cx="1234440" cy="0"/>
          </a:xfrm>
          <a:prstGeom prst="line">
            <a:avLst/>
          </a:prstGeom>
          <a:noFill/>
          <a:ln w="12700">
            <a:solidFill>
              <a:srgbClr val="C9A24B"/>
            </a:solidFill>
            <a:prstDash val="solid"/>
          </a:ln>
        </p:spPr>
      </p:sp>
      <p:pic>
        <p:nvPicPr>
          <p:cNvPr id="11" name="Image 1" descr="gate_final.png"/>
          <p:cNvPicPr>
            <a:picLocks noChangeAspect="1"/>
          </p:cNvPicPr>
          <p:nvPr/>
        </p:nvPicPr>
        <p:blipFill rotWithShape="1">
          <a:blip r:embed="rId3"/>
          <a:srcRect r="4593"/>
          <a:stretch/>
        </p:blipFill>
        <p:spPr>
          <a:xfrm>
            <a:off x="-1" y="3052262"/>
            <a:ext cx="7772401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0" y="5486400"/>
            <a:ext cx="2788920" cy="41148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0"/>
          <p:cNvSpPr/>
          <p:nvPr/>
        </p:nvSpPr>
        <p:spPr>
          <a:xfrm>
            <a:off x="868680" y="5687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68680" y="593445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Minds,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Futures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68680" y="66476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8680" y="689457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Today,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Tomorrow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68680" y="7607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LIFE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68680" y="785469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Classrooms,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Boundaries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68680" y="8567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68680" y="8814816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Roots,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Pride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023360" y="8275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Aligarh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World,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Inspiring Generations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 1920.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0" y="9646920"/>
            <a:ext cx="7772400" cy="4114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3"/>
          <p:cNvSpPr/>
          <p:nvPr/>
        </p:nvSpPr>
        <p:spPr>
          <a:xfrm>
            <a:off x="0" y="9646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ALIGARH MUSLIM UNIVERSITY, ALIGARH, UTTAR PRADESH-202001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937BF0E-7829-9CA0-B36B-EC8C263E0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-492484"/>
            <a:ext cx="1828800" cy="261257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E7FC739-3F70-9DE8-EF21-98E73E63E5E7}"/>
              </a:ext>
            </a:extLst>
          </p:cNvPr>
          <p:cNvSpPr txBox="1"/>
          <p:nvPr/>
        </p:nvSpPr>
        <p:spPr>
          <a:xfrm>
            <a:off x="1" y="1614446"/>
            <a:ext cx="7772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lgerian" panose="04020705040A02060702" pitchFamily="82" charset="0"/>
              </a:rPr>
              <a:t>Aligarh Muslim University</a:t>
            </a:r>
            <a:endParaRPr lang="en-IN" sz="3600" dirty="0">
              <a:latin typeface="Algerian" panose="04020705040A02060702" pitchFamily="8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E70ACFD-D799-CF9E-4F45-F7F363F8D7C9}"/>
              </a:ext>
            </a:extLst>
          </p:cNvPr>
          <p:cNvSpPr/>
          <p:nvPr/>
        </p:nvSpPr>
        <p:spPr>
          <a:xfrm>
            <a:off x="1703070" y="2057468"/>
            <a:ext cx="39276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kern="0" dirty="0">
                <a:ln w="0"/>
                <a:solidFill>
                  <a:schemeClr val="accent2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MAGAZINE</a:t>
            </a:r>
            <a:endParaRPr lang="en-IN" sz="5400" dirty="0">
              <a:ln w="0"/>
              <a:solidFill>
                <a:schemeClr val="accent2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CB29D9D-FA0E-9269-BB5D-68AB52359FBE}"/>
              </a:ext>
            </a:extLst>
          </p:cNvPr>
          <p:cNvSpPr/>
          <p:nvPr/>
        </p:nvSpPr>
        <p:spPr>
          <a:xfrm>
            <a:off x="245655" y="5943600"/>
            <a:ext cx="377371" cy="297180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8CDF1C3-02CB-9C44-D1DF-FDFBF876A159}"/>
              </a:ext>
            </a:extLst>
          </p:cNvPr>
          <p:cNvSpPr/>
          <p:nvPr/>
        </p:nvSpPr>
        <p:spPr>
          <a:xfrm>
            <a:off x="267429" y="6923318"/>
            <a:ext cx="377371" cy="297180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B6F683FC-9842-0161-8069-16A88F58B902}"/>
              </a:ext>
            </a:extLst>
          </p:cNvPr>
          <p:cNvSpPr/>
          <p:nvPr/>
        </p:nvSpPr>
        <p:spPr>
          <a:xfrm>
            <a:off x="303717" y="7844974"/>
            <a:ext cx="377371" cy="297180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E2D59596-A9FA-F6C0-CAF2-8E27B35928D5}"/>
              </a:ext>
            </a:extLst>
          </p:cNvPr>
          <p:cNvSpPr/>
          <p:nvPr/>
        </p:nvSpPr>
        <p:spPr>
          <a:xfrm>
            <a:off x="325491" y="8897260"/>
            <a:ext cx="377371" cy="297180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75</TotalTime>
  <Words>53</Words>
  <Application>Microsoft Office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Algerian</vt:lpstr>
      <vt:lpstr>Arial</vt:lpstr>
      <vt:lpstr>Calibri</vt:lpstr>
      <vt:lpstr>Georgia</vt:lpstr>
      <vt:lpstr>Times New Roman</vt:lpstr>
      <vt:lpstr>Trebuchet MS</vt:lpstr>
      <vt:lpstr>Wingdings 3</vt:lpstr>
      <vt:lpstr>Facet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CSD</cp:lastModifiedBy>
  <cp:revision>2</cp:revision>
  <dcterms:created xsi:type="dcterms:W3CDTF">2026-08-18T02:59:24Z</dcterms:created>
  <dcterms:modified xsi:type="dcterms:W3CDTF">2026-08-18T07:49:51Z</dcterms:modified>
</cp:coreProperties>
</file>