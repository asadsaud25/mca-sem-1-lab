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17" r:id="rId1"/>
  </p:sldMasterIdLst>
  <p:sldIdLst>
    <p:sldId id="256" r:id="rId2"/>
  </p:sldIdLst>
  <p:sldSz cx="18288000" cy="10287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Calibri Light" panose="020F0302020204030204" pitchFamily="34" charset="0"/>
      <p:regular r:id="rId7"/>
      <p:italic r:id="rId8"/>
    </p:embeddedFont>
    <p:embeddedFont>
      <p:font typeface="Gordita" panose="020B0604020202020204" charset="0"/>
      <p:regular r:id="rId9"/>
    </p:embeddedFont>
    <p:embeddedFont>
      <p:font typeface="Sukar" panose="020B0604020202020204" charset="0"/>
      <p:regular r:id="rId10"/>
    </p:embeddedFont>
    <p:embeddedFont>
      <p:font typeface="Vintage Goods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9AD8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1605-EEB5-E0C1-DEA4-D73032A61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1" cy="3581400"/>
          </a:xfrm>
        </p:spPr>
        <p:txBody>
          <a:bodyPr anchor="b"/>
          <a:lstStyle>
            <a:lvl1pPr algn="ctr">
              <a:defRPr sz="89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2EB5A-40F4-0B4C-734B-1083FA3B9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8"/>
            <a:ext cx="13716001" cy="2483643"/>
          </a:xfrm>
        </p:spPr>
        <p:txBody>
          <a:bodyPr/>
          <a:lstStyle>
            <a:lvl1pPr marL="0" indent="0" algn="ctr">
              <a:buNone/>
              <a:defRPr sz="3599"/>
            </a:lvl1pPr>
            <a:lvl2pPr marL="685754" indent="0" algn="ctr">
              <a:buNone/>
              <a:defRPr sz="3000"/>
            </a:lvl2pPr>
            <a:lvl3pPr marL="1371509" indent="0" algn="ctr">
              <a:buNone/>
              <a:defRPr sz="2700"/>
            </a:lvl3pPr>
            <a:lvl4pPr marL="2057264" indent="0" algn="ctr">
              <a:buNone/>
              <a:defRPr sz="2400"/>
            </a:lvl4pPr>
            <a:lvl5pPr marL="2743018" indent="0" algn="ctr">
              <a:buNone/>
              <a:defRPr sz="2400"/>
            </a:lvl5pPr>
            <a:lvl6pPr marL="3428772" indent="0" algn="ctr">
              <a:buNone/>
              <a:defRPr sz="2400"/>
            </a:lvl6pPr>
            <a:lvl7pPr marL="4114527" indent="0" algn="ctr">
              <a:buNone/>
              <a:defRPr sz="2400"/>
            </a:lvl7pPr>
            <a:lvl8pPr marL="4800281" indent="0" algn="ctr">
              <a:buNone/>
              <a:defRPr sz="2400"/>
            </a:lvl8pPr>
            <a:lvl9pPr marL="5486036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D552A-7438-3AFD-6768-E585B296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C97A-5C1E-B487-E4E7-B90E51580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A154A-70E1-6AAC-3B33-C8502CD4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49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84C4-C7A7-9E02-3D66-8623DAA6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5274B-EF2D-7F11-8A3C-5C120A33A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1E877-47C9-CE31-3796-C3A10CD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2E18A-F076-4B88-DF11-82F60F3E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1F7D4-CDBB-5E3B-968F-CBBD94A1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12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B732-B3F0-3262-BB49-D9074249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89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EB3A2-FAFC-58D3-B0A3-9DD75059C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6"/>
            <a:ext cx="15773400" cy="2250281"/>
          </a:xfrm>
        </p:spPr>
        <p:txBody>
          <a:bodyPr/>
          <a:lstStyle>
            <a:lvl1pPr marL="0" indent="0">
              <a:buNone/>
              <a:defRPr sz="3599">
                <a:solidFill>
                  <a:schemeClr val="tx1">
                    <a:tint val="75000"/>
                  </a:schemeClr>
                </a:solidFill>
              </a:defRPr>
            </a:lvl1pPr>
            <a:lvl2pPr marL="685754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50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26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018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877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52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28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03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3C243-E269-DFB5-33BE-A6A4AEFD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B2BA3-F9FA-CA9C-1B83-B3572E64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3CFD2-DA97-8DEA-06E4-5E5052BA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2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0E560-A757-EE7A-3559-A466E1C9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F096A-FB3C-A9ED-8D06-C9D2E9424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2" y="2738439"/>
            <a:ext cx="7772399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C9D5D-73B7-A718-51CF-167E700CE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2" y="2738439"/>
            <a:ext cx="7772399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077A6-5257-D887-432F-F87291BC4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15B01-017D-803F-494C-D3775970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0B174-E55F-4401-1CC6-A500F6DEB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7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6D6A2-EB33-7A87-F542-89F719F6A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97B35-708A-4AD9-5BAB-72D427103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3599" b="1"/>
            </a:lvl1pPr>
            <a:lvl2pPr marL="685754" indent="0">
              <a:buNone/>
              <a:defRPr sz="3000" b="1"/>
            </a:lvl2pPr>
            <a:lvl3pPr marL="1371509" indent="0">
              <a:buNone/>
              <a:defRPr sz="2700" b="1"/>
            </a:lvl3pPr>
            <a:lvl4pPr marL="2057264" indent="0">
              <a:buNone/>
              <a:defRPr sz="2400" b="1"/>
            </a:lvl4pPr>
            <a:lvl5pPr marL="2743018" indent="0">
              <a:buNone/>
              <a:defRPr sz="2400" b="1"/>
            </a:lvl5pPr>
            <a:lvl6pPr marL="3428772" indent="0">
              <a:buNone/>
              <a:defRPr sz="2400" b="1"/>
            </a:lvl6pPr>
            <a:lvl7pPr marL="4114527" indent="0">
              <a:buNone/>
              <a:defRPr sz="2400" b="1"/>
            </a:lvl7pPr>
            <a:lvl8pPr marL="4800281" indent="0">
              <a:buNone/>
              <a:defRPr sz="2400" b="1"/>
            </a:lvl8pPr>
            <a:lvl9pPr marL="5486036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0A5B6-35B0-C8A8-2D1B-E05BBCA86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4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ED1D6-358E-24AA-14FD-B3A1CEC1E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1" y="2521745"/>
            <a:ext cx="7774781" cy="1235868"/>
          </a:xfrm>
        </p:spPr>
        <p:txBody>
          <a:bodyPr anchor="b"/>
          <a:lstStyle>
            <a:lvl1pPr marL="0" indent="0">
              <a:buNone/>
              <a:defRPr sz="3599" b="1"/>
            </a:lvl1pPr>
            <a:lvl2pPr marL="685754" indent="0">
              <a:buNone/>
              <a:defRPr sz="3000" b="1"/>
            </a:lvl2pPr>
            <a:lvl3pPr marL="1371509" indent="0">
              <a:buNone/>
              <a:defRPr sz="2700" b="1"/>
            </a:lvl3pPr>
            <a:lvl4pPr marL="2057264" indent="0">
              <a:buNone/>
              <a:defRPr sz="2400" b="1"/>
            </a:lvl4pPr>
            <a:lvl5pPr marL="2743018" indent="0">
              <a:buNone/>
              <a:defRPr sz="2400" b="1"/>
            </a:lvl5pPr>
            <a:lvl6pPr marL="3428772" indent="0">
              <a:buNone/>
              <a:defRPr sz="2400" b="1"/>
            </a:lvl6pPr>
            <a:lvl7pPr marL="4114527" indent="0">
              <a:buNone/>
              <a:defRPr sz="2400" b="1"/>
            </a:lvl7pPr>
            <a:lvl8pPr marL="4800281" indent="0">
              <a:buNone/>
              <a:defRPr sz="2400" b="1"/>
            </a:lvl8pPr>
            <a:lvl9pPr marL="5486036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2C7C2-961D-CB60-9AEA-9014E6B11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1" y="3757614"/>
            <a:ext cx="77747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4B6968-787F-CA2F-D808-BF38A633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C30844-0B11-77F6-5F9E-9C0780A95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8CBE6E-B80B-9D55-8182-D0706499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6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BA4E-EDDB-DF55-3FF1-4D68C820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CBABC-5E08-AA71-DA0F-0AA2CBC4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A2C13C-D716-78B1-E5F7-AD050A68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16595-B2E3-66BA-AF09-94847623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6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7A57C-0629-0109-7FE7-343BC4F7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B5472-5B30-8DD1-9AD4-E87843A6D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F6D80-EA0F-8866-46BB-943436EE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6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D10C-FB5B-0033-A684-47458F1A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EAD15-B42A-8C3A-8CF0-34CC1E7B7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3" y="1481139"/>
            <a:ext cx="9258300" cy="7310438"/>
          </a:xfrm>
        </p:spPr>
        <p:txBody>
          <a:bodyPr/>
          <a:lstStyle>
            <a:lvl1pPr>
              <a:defRPr sz="4799"/>
            </a:lvl1pPr>
            <a:lvl2pPr>
              <a:defRPr sz="4200"/>
            </a:lvl2pPr>
            <a:lvl3pPr>
              <a:defRPr sz="3599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AB666-671B-FDCA-E58E-384B30D59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2" y="3086101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754" indent="0">
              <a:buNone/>
              <a:defRPr sz="2100"/>
            </a:lvl2pPr>
            <a:lvl3pPr marL="1371509" indent="0">
              <a:buNone/>
              <a:defRPr sz="1800"/>
            </a:lvl3pPr>
            <a:lvl4pPr marL="2057264" indent="0">
              <a:buNone/>
              <a:defRPr sz="1500"/>
            </a:lvl4pPr>
            <a:lvl5pPr marL="2743018" indent="0">
              <a:buNone/>
              <a:defRPr sz="1500"/>
            </a:lvl5pPr>
            <a:lvl6pPr marL="3428772" indent="0">
              <a:buNone/>
              <a:defRPr sz="1500"/>
            </a:lvl6pPr>
            <a:lvl7pPr marL="4114527" indent="0">
              <a:buNone/>
              <a:defRPr sz="1500"/>
            </a:lvl7pPr>
            <a:lvl8pPr marL="4800281" indent="0">
              <a:buNone/>
              <a:defRPr sz="1500"/>
            </a:lvl8pPr>
            <a:lvl9pPr marL="5486036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EE256-D4E3-9A3C-0ECF-BF171BDA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561D4-FE26-A76C-3498-1ECA2AEF5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0D26F-799C-9227-E4A2-91682C51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9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880E-F5AE-3B97-24E7-2ABB60209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5F695-95ED-9DB5-8E6E-A47645904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3" y="1481139"/>
            <a:ext cx="9258300" cy="7310438"/>
          </a:xfrm>
        </p:spPr>
        <p:txBody>
          <a:bodyPr/>
          <a:lstStyle>
            <a:lvl1pPr marL="0" indent="0">
              <a:buNone/>
              <a:defRPr sz="4799"/>
            </a:lvl1pPr>
            <a:lvl2pPr marL="685754" indent="0">
              <a:buNone/>
              <a:defRPr sz="4200"/>
            </a:lvl2pPr>
            <a:lvl3pPr marL="1371509" indent="0">
              <a:buNone/>
              <a:defRPr sz="3599"/>
            </a:lvl3pPr>
            <a:lvl4pPr marL="2057264" indent="0">
              <a:buNone/>
              <a:defRPr sz="3000"/>
            </a:lvl4pPr>
            <a:lvl5pPr marL="2743018" indent="0">
              <a:buNone/>
              <a:defRPr sz="3000"/>
            </a:lvl5pPr>
            <a:lvl6pPr marL="3428772" indent="0">
              <a:buNone/>
              <a:defRPr sz="3000"/>
            </a:lvl6pPr>
            <a:lvl7pPr marL="4114527" indent="0">
              <a:buNone/>
              <a:defRPr sz="3000"/>
            </a:lvl7pPr>
            <a:lvl8pPr marL="4800281" indent="0">
              <a:buNone/>
              <a:defRPr sz="3000"/>
            </a:lvl8pPr>
            <a:lvl9pPr marL="5486036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0533E-8E51-08AF-D31C-B657DDECB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2" y="3086101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754" indent="0">
              <a:buNone/>
              <a:defRPr sz="2100"/>
            </a:lvl2pPr>
            <a:lvl3pPr marL="1371509" indent="0">
              <a:buNone/>
              <a:defRPr sz="1800"/>
            </a:lvl3pPr>
            <a:lvl4pPr marL="2057264" indent="0">
              <a:buNone/>
              <a:defRPr sz="1500"/>
            </a:lvl4pPr>
            <a:lvl5pPr marL="2743018" indent="0">
              <a:buNone/>
              <a:defRPr sz="1500"/>
            </a:lvl5pPr>
            <a:lvl6pPr marL="3428772" indent="0">
              <a:buNone/>
              <a:defRPr sz="1500"/>
            </a:lvl6pPr>
            <a:lvl7pPr marL="4114527" indent="0">
              <a:buNone/>
              <a:defRPr sz="1500"/>
            </a:lvl7pPr>
            <a:lvl8pPr marL="4800281" indent="0">
              <a:buNone/>
              <a:defRPr sz="1500"/>
            </a:lvl8pPr>
            <a:lvl9pPr marL="5486036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F9D27-78A6-5F50-9AD6-70752173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21CA6-36CE-2B8B-21CA-F1017BDA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6D3FB-E35F-4BE7-66A8-5AA5BF61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3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2C3D-5911-2B7A-1A93-8DC1B501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A2014-EAD4-46F3-B6B0-EEFEA4E36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4C89C-D26B-1A68-72E6-06210FA5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70D38-AA23-4C14-D97B-3A9E161F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1F155-1B6E-926F-D66D-2DC0CD6B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8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38548D-164C-5B80-CC7C-A6DE1DF08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49" y="547689"/>
            <a:ext cx="3943351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4A8F5-5CC4-DF30-52E2-4BAEA9DFA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1" y="547689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2A263-C0F3-2CC5-ED41-280D8CBD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CE5F9-A03F-E4B0-F1E6-F4D4CFCC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35A60-4E20-E602-A5BA-51D9763F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8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3FBDD0-B393-D3E9-1473-8FDD7EC4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60BC4-CB7E-6D0F-C297-3BD3C2186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9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F9FED-9337-B1A8-4DB1-B94595089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2" y="9534526"/>
            <a:ext cx="411479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23F28-EA51-05B8-5CB7-021D34707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14B47-879D-1CA1-8AB6-24C00DA00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2" y="9534526"/>
            <a:ext cx="411479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xStyles>
    <p:titleStyle>
      <a:lvl1pPr algn="l" defTabSz="1371509" rtl="0" eaLnBrk="1" latinLnBrk="0" hangingPunct="1">
        <a:lnSpc>
          <a:spcPct val="90000"/>
        </a:lnSpc>
        <a:spcBef>
          <a:spcPct val="0"/>
        </a:spcBef>
        <a:buNone/>
        <a:defRPr sz="6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77" indent="-342877" algn="l" defTabSz="1371509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631" indent="-342877" algn="l" defTabSz="137150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714387" indent="-342877" algn="l" defTabSz="137150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141" indent="-342877" algn="l" defTabSz="137150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5895" indent="-342877" algn="l" defTabSz="137150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649" indent="-342877" algn="l" defTabSz="137150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404" indent="-342877" algn="l" defTabSz="137150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159" indent="-342877" algn="l" defTabSz="137150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913" indent="-342877" algn="l" defTabSz="137150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50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4" algn="l" defTabSz="137150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509" algn="l" defTabSz="137150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264" algn="l" defTabSz="137150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018" algn="l" defTabSz="137150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772" algn="l" defTabSz="137150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527" algn="l" defTabSz="137150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281" algn="l" defTabSz="137150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036" algn="l" defTabSz="1371509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0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hyperlink" Target="https://freepngimg.com/png/38-snowflake-png-image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 rot="5400000">
            <a:off x="1147531" y="5514011"/>
            <a:ext cx="3625458" cy="5920524"/>
          </a:xfrm>
          <a:custGeom>
            <a:avLst/>
            <a:gdLst/>
            <a:ahLst/>
            <a:cxnLst/>
            <a:rect l="l" t="t" r="r" b="b"/>
            <a:pathLst>
              <a:path w="6585301" h="8722252">
                <a:moveTo>
                  <a:pt x="0" y="0"/>
                </a:moveTo>
                <a:lnTo>
                  <a:pt x="6585301" y="0"/>
                </a:lnTo>
                <a:lnTo>
                  <a:pt x="6585301" y="8722252"/>
                </a:lnTo>
                <a:lnTo>
                  <a:pt x="0" y="8722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5746378" y="8495294"/>
            <a:ext cx="767398" cy="288733"/>
          </a:xfrm>
          <a:custGeom>
            <a:avLst/>
            <a:gdLst/>
            <a:ahLst/>
            <a:cxnLst/>
            <a:rect l="l" t="t" r="r" b="b"/>
            <a:pathLst>
              <a:path w="767398" h="288733">
                <a:moveTo>
                  <a:pt x="0" y="0"/>
                </a:moveTo>
                <a:lnTo>
                  <a:pt x="767398" y="0"/>
                </a:lnTo>
                <a:lnTo>
                  <a:pt x="767398" y="288734"/>
                </a:lnTo>
                <a:lnTo>
                  <a:pt x="0" y="288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992514">
            <a:off x="11735811" y="6555725"/>
            <a:ext cx="3167549" cy="3026540"/>
          </a:xfrm>
          <a:custGeom>
            <a:avLst/>
            <a:gdLst/>
            <a:ahLst/>
            <a:cxnLst/>
            <a:rect l="l" t="t" r="r" b="b"/>
            <a:pathLst>
              <a:path w="3798896" h="5212894">
                <a:moveTo>
                  <a:pt x="0" y="0"/>
                </a:moveTo>
                <a:lnTo>
                  <a:pt x="3798896" y="0"/>
                </a:lnTo>
                <a:lnTo>
                  <a:pt x="3798896" y="5212893"/>
                </a:lnTo>
                <a:lnTo>
                  <a:pt x="0" y="5212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992514">
            <a:off x="346591" y="1166534"/>
            <a:ext cx="3798896" cy="5212894"/>
          </a:xfrm>
          <a:custGeom>
            <a:avLst/>
            <a:gdLst/>
            <a:ahLst/>
            <a:cxnLst/>
            <a:rect l="l" t="t" r="r" b="b"/>
            <a:pathLst>
              <a:path w="3798896" h="5212894">
                <a:moveTo>
                  <a:pt x="0" y="0"/>
                </a:moveTo>
                <a:lnTo>
                  <a:pt x="3798896" y="0"/>
                </a:lnTo>
                <a:lnTo>
                  <a:pt x="3798896" y="5212893"/>
                </a:lnTo>
                <a:lnTo>
                  <a:pt x="0" y="5212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55096">
            <a:off x="7440807" y="-102008"/>
            <a:ext cx="8559675" cy="4954736"/>
          </a:xfrm>
          <a:custGeom>
            <a:avLst/>
            <a:gdLst/>
            <a:ahLst/>
            <a:cxnLst/>
            <a:rect l="l" t="t" r="r" b="b"/>
            <a:pathLst>
              <a:path w="9925210" h="6302508">
                <a:moveTo>
                  <a:pt x="0" y="0"/>
                </a:moveTo>
                <a:lnTo>
                  <a:pt x="9925210" y="0"/>
                </a:lnTo>
                <a:lnTo>
                  <a:pt x="9925210" y="6302508"/>
                </a:lnTo>
                <a:lnTo>
                  <a:pt x="0" y="63025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>
            <a:off x="13076168" y="3526461"/>
            <a:ext cx="763001" cy="761094"/>
          </a:xfrm>
          <a:custGeom>
            <a:avLst/>
            <a:gdLst/>
            <a:ahLst/>
            <a:cxnLst/>
            <a:rect l="l" t="t" r="r" b="b"/>
            <a:pathLst>
              <a:path w="763001" h="761094">
                <a:moveTo>
                  <a:pt x="0" y="0"/>
                </a:moveTo>
                <a:lnTo>
                  <a:pt x="763002" y="0"/>
                </a:lnTo>
                <a:lnTo>
                  <a:pt x="763002" y="761093"/>
                </a:lnTo>
                <a:lnTo>
                  <a:pt x="0" y="761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7"/>
          <p:cNvSpPr/>
          <p:nvPr/>
        </p:nvSpPr>
        <p:spPr>
          <a:xfrm rot="5400000">
            <a:off x="1449756" y="5839649"/>
            <a:ext cx="2974180" cy="5920524"/>
          </a:xfrm>
          <a:custGeom>
            <a:avLst/>
            <a:gdLst/>
            <a:ahLst/>
            <a:cxnLst/>
            <a:rect l="l" t="t" r="r" b="b"/>
            <a:pathLst>
              <a:path w="6585301" h="8722252">
                <a:moveTo>
                  <a:pt x="0" y="0"/>
                </a:moveTo>
                <a:lnTo>
                  <a:pt x="6585301" y="0"/>
                </a:lnTo>
                <a:lnTo>
                  <a:pt x="6585301" y="8722252"/>
                </a:lnTo>
                <a:lnTo>
                  <a:pt x="0" y="87222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3038" y="8533195"/>
            <a:ext cx="763001" cy="761094"/>
          </a:xfrm>
          <a:custGeom>
            <a:avLst/>
            <a:gdLst/>
            <a:ahLst/>
            <a:cxnLst/>
            <a:rect l="l" t="t" r="r" b="b"/>
            <a:pathLst>
              <a:path w="763001" h="761094">
                <a:moveTo>
                  <a:pt x="0" y="0"/>
                </a:moveTo>
                <a:lnTo>
                  <a:pt x="763002" y="0"/>
                </a:lnTo>
                <a:lnTo>
                  <a:pt x="763002" y="761094"/>
                </a:lnTo>
                <a:lnTo>
                  <a:pt x="0" y="7610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62787" y="8605181"/>
            <a:ext cx="990351" cy="987875"/>
          </a:xfrm>
          <a:custGeom>
            <a:avLst/>
            <a:gdLst/>
            <a:ahLst/>
            <a:cxnLst/>
            <a:rect l="l" t="t" r="r" b="b"/>
            <a:pathLst>
              <a:path w="990351" h="987875">
                <a:moveTo>
                  <a:pt x="0" y="0"/>
                </a:moveTo>
                <a:lnTo>
                  <a:pt x="990351" y="0"/>
                </a:lnTo>
                <a:lnTo>
                  <a:pt x="990351" y="987874"/>
                </a:lnTo>
                <a:lnTo>
                  <a:pt x="0" y="9878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2992514">
            <a:off x="853508" y="27524"/>
            <a:ext cx="2985420" cy="4321247"/>
          </a:xfrm>
          <a:custGeom>
            <a:avLst/>
            <a:gdLst/>
            <a:ahLst/>
            <a:cxnLst/>
            <a:rect l="l" t="t" r="r" b="b"/>
            <a:pathLst>
              <a:path w="3798896" h="5212894">
                <a:moveTo>
                  <a:pt x="0" y="0"/>
                </a:moveTo>
                <a:lnTo>
                  <a:pt x="3798896" y="0"/>
                </a:lnTo>
                <a:lnTo>
                  <a:pt x="3798896" y="5212893"/>
                </a:lnTo>
                <a:lnTo>
                  <a:pt x="0" y="52128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3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Freeform 13"/>
          <p:cNvSpPr/>
          <p:nvPr/>
        </p:nvSpPr>
        <p:spPr>
          <a:xfrm>
            <a:off x="15216057" y="6221627"/>
            <a:ext cx="2824991" cy="3235632"/>
          </a:xfrm>
          <a:custGeom>
            <a:avLst/>
            <a:gdLst/>
            <a:ahLst/>
            <a:cxnLst/>
            <a:rect l="l" t="t" r="r" b="b"/>
            <a:pathLst>
              <a:path w="2824991" h="3235632">
                <a:moveTo>
                  <a:pt x="0" y="0"/>
                </a:moveTo>
                <a:lnTo>
                  <a:pt x="2824991" y="0"/>
                </a:lnTo>
                <a:lnTo>
                  <a:pt x="2824991" y="3235632"/>
                </a:lnTo>
                <a:lnTo>
                  <a:pt x="0" y="32356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049056" y="7944444"/>
            <a:ext cx="339038" cy="398868"/>
          </a:xfrm>
          <a:custGeom>
            <a:avLst/>
            <a:gdLst/>
            <a:ahLst/>
            <a:cxnLst/>
            <a:rect l="l" t="t" r="r" b="b"/>
            <a:pathLst>
              <a:path w="339038" h="398868">
                <a:moveTo>
                  <a:pt x="0" y="0"/>
                </a:moveTo>
                <a:lnTo>
                  <a:pt x="339038" y="0"/>
                </a:lnTo>
                <a:lnTo>
                  <a:pt x="339038" y="398868"/>
                </a:lnTo>
                <a:lnTo>
                  <a:pt x="0" y="39886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77307" y="7745010"/>
            <a:ext cx="339038" cy="398868"/>
          </a:xfrm>
          <a:custGeom>
            <a:avLst/>
            <a:gdLst/>
            <a:ahLst/>
            <a:cxnLst/>
            <a:rect l="l" t="t" r="r" b="b"/>
            <a:pathLst>
              <a:path w="339038" h="398868">
                <a:moveTo>
                  <a:pt x="0" y="0"/>
                </a:moveTo>
                <a:lnTo>
                  <a:pt x="339038" y="0"/>
                </a:lnTo>
                <a:lnTo>
                  <a:pt x="339038" y="398868"/>
                </a:lnTo>
                <a:lnTo>
                  <a:pt x="0" y="39886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6628553" y="2717506"/>
            <a:ext cx="1124585" cy="1168372"/>
            <a:chOff x="0" y="0"/>
            <a:chExt cx="1499447" cy="15578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3155" cy="565165"/>
            </a:xfrm>
            <a:custGeom>
              <a:avLst/>
              <a:gdLst/>
              <a:ahLst/>
              <a:cxnLst/>
              <a:rect l="l" t="t" r="r" b="b"/>
              <a:pathLst>
                <a:path w="553155" h="565165">
                  <a:moveTo>
                    <a:pt x="0" y="0"/>
                  </a:moveTo>
                  <a:lnTo>
                    <a:pt x="553155" y="0"/>
                  </a:lnTo>
                  <a:lnTo>
                    <a:pt x="553155" y="565165"/>
                  </a:lnTo>
                  <a:lnTo>
                    <a:pt x="0" y="565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76578" y="198412"/>
              <a:ext cx="967046" cy="988042"/>
            </a:xfrm>
            <a:custGeom>
              <a:avLst/>
              <a:gdLst/>
              <a:ahLst/>
              <a:cxnLst/>
              <a:rect l="l" t="t" r="r" b="b"/>
              <a:pathLst>
                <a:path w="967046" h="988042">
                  <a:moveTo>
                    <a:pt x="0" y="0"/>
                  </a:moveTo>
                  <a:lnTo>
                    <a:pt x="967046" y="0"/>
                  </a:lnTo>
                  <a:lnTo>
                    <a:pt x="967046" y="988042"/>
                  </a:lnTo>
                  <a:lnTo>
                    <a:pt x="0" y="98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919173" y="815079"/>
              <a:ext cx="580273" cy="742750"/>
            </a:xfrm>
            <a:custGeom>
              <a:avLst/>
              <a:gdLst/>
              <a:ahLst/>
              <a:cxnLst/>
              <a:rect l="l" t="t" r="r" b="b"/>
              <a:pathLst>
                <a:path w="580273" h="742750">
                  <a:moveTo>
                    <a:pt x="0" y="0"/>
                  </a:moveTo>
                  <a:lnTo>
                    <a:pt x="580274" y="0"/>
                  </a:lnTo>
                  <a:lnTo>
                    <a:pt x="580274" y="742750"/>
                  </a:lnTo>
                  <a:lnTo>
                    <a:pt x="0" y="742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987801" y="0"/>
              <a:ext cx="511646" cy="522755"/>
            </a:xfrm>
            <a:custGeom>
              <a:avLst/>
              <a:gdLst/>
              <a:ahLst/>
              <a:cxnLst/>
              <a:rect l="l" t="t" r="r" b="b"/>
              <a:pathLst>
                <a:path w="511646" h="522755">
                  <a:moveTo>
                    <a:pt x="0" y="0"/>
                  </a:moveTo>
                  <a:lnTo>
                    <a:pt x="511646" y="0"/>
                  </a:lnTo>
                  <a:lnTo>
                    <a:pt x="511646" y="522755"/>
                  </a:lnTo>
                  <a:lnTo>
                    <a:pt x="0" y="522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5943936" y="8336468"/>
            <a:ext cx="5677555" cy="378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 spc="-43" dirty="0">
                <a:solidFill>
                  <a:srgbClr val="104C78"/>
                </a:solidFill>
                <a:latin typeface="Gordita"/>
                <a:ea typeface="Gordita"/>
                <a:cs typeface="Gordita"/>
                <a:sym typeface="Gordita"/>
              </a:rPr>
              <a:t>Presented By : Asad Saud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46476" y="2993470"/>
            <a:ext cx="8776975" cy="2486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326"/>
              </a:lnSpc>
              <a:spcBef>
                <a:spcPct val="0"/>
              </a:spcBef>
            </a:pPr>
            <a:r>
              <a:rPr lang="en-US" sz="16377" dirty="0">
                <a:solidFill>
                  <a:srgbClr val="3681B3"/>
                </a:solidFill>
                <a:latin typeface="Sukar"/>
                <a:ea typeface="Sukar"/>
                <a:cs typeface="Sukar"/>
                <a:sym typeface="Sukar"/>
              </a:rPr>
              <a:t>Winters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69645" y="6476148"/>
            <a:ext cx="7416236" cy="44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81"/>
              </a:lnSpc>
              <a:spcBef>
                <a:spcPct val="0"/>
              </a:spcBef>
            </a:pPr>
            <a:r>
              <a:rPr lang="en-US" sz="2629" dirty="0">
                <a:solidFill>
                  <a:srgbClr val="154768"/>
                </a:solidFill>
                <a:latin typeface="Gordita"/>
                <a:ea typeface="Gordita"/>
                <a:cs typeface="Gordita"/>
                <a:sym typeface="Gordita"/>
              </a:rPr>
              <a:t>May your life be cool as winters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23742" y="612256"/>
            <a:ext cx="5920523" cy="325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6"/>
              </a:lnSpc>
              <a:spcBef>
                <a:spcPct val="0"/>
              </a:spcBef>
            </a:pPr>
            <a:r>
              <a:rPr lang="en-US" sz="21404" dirty="0">
                <a:solidFill>
                  <a:srgbClr val="104C78"/>
                </a:solidFill>
                <a:latin typeface="Vintage Goods"/>
                <a:ea typeface="Vintage Goods"/>
                <a:cs typeface="Vintage Goods"/>
                <a:sym typeface="Vintage Goods"/>
              </a:rPr>
              <a:t>Happy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AEAFA72-BC37-4B72-A0E4-11E74C7D6756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1"/>
              </a:ext>
            </a:extLst>
          </a:blip>
          <a:stretch>
            <a:fillRect/>
          </a:stretch>
        </p:blipFill>
        <p:spPr>
          <a:xfrm>
            <a:off x="327758" y="233141"/>
            <a:ext cx="3073559" cy="3073559"/>
          </a:xfrm>
          <a:prstGeom prst="rect">
            <a:avLst/>
          </a:prstGeom>
        </p:spPr>
      </p:pic>
      <p:sp>
        <p:nvSpPr>
          <p:cNvPr id="22" name="TextBox 25">
            <a:extLst>
              <a:ext uri="{FF2B5EF4-FFF2-40B4-BE49-F238E27FC236}">
                <a16:creationId xmlns:a16="http://schemas.microsoft.com/office/drawing/2014/main" id="{680AAAA2-E570-3919-0118-E3342DAB7116}"/>
              </a:ext>
            </a:extLst>
          </p:cNvPr>
          <p:cNvSpPr txBox="1"/>
          <p:nvPr/>
        </p:nvSpPr>
        <p:spPr>
          <a:xfrm>
            <a:off x="6590701" y="4317681"/>
            <a:ext cx="5920523" cy="325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6"/>
              </a:lnSpc>
              <a:spcBef>
                <a:spcPct val="0"/>
              </a:spcBef>
            </a:pPr>
            <a:r>
              <a:rPr lang="en-US" sz="21404" dirty="0">
                <a:solidFill>
                  <a:srgbClr val="104C78"/>
                </a:solidFill>
                <a:latin typeface="Vintage Goods"/>
                <a:ea typeface="Vintage Goods"/>
                <a:cs typeface="Vintage Goods"/>
                <a:sym typeface="Vintage Goods"/>
              </a:rPr>
              <a:t>2027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5A0FC42-9344-332F-64D8-1BB84137F01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792" y="3936373"/>
            <a:ext cx="5694730" cy="6370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15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Vintage Goods</vt:lpstr>
      <vt:lpstr>Arial</vt:lpstr>
      <vt:lpstr>Calibri Light</vt:lpstr>
      <vt:lpstr>Sukar</vt:lpstr>
      <vt:lpstr>Calibri</vt:lpstr>
      <vt:lpstr>Gordita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CSD</cp:lastModifiedBy>
  <cp:revision>11</cp:revision>
  <dcterms:created xsi:type="dcterms:W3CDTF">2006-08-16T00:00:00Z</dcterms:created>
  <dcterms:modified xsi:type="dcterms:W3CDTF">2026-08-19T06:50:19Z</dcterms:modified>
  <dc:identifier>DAHSkbP2_AY</dc:identifier>
</cp:coreProperties>
</file>